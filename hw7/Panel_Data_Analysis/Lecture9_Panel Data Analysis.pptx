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tmp" ContentType="image/png"/>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34"/>
  </p:notesMasterIdLst>
  <p:sldIdLst>
    <p:sldId id="455" r:id="rId5"/>
    <p:sldId id="460" r:id="rId6"/>
    <p:sldId id="497" r:id="rId7"/>
    <p:sldId id="598" r:id="rId8"/>
    <p:sldId id="542" r:id="rId9"/>
    <p:sldId id="580" r:id="rId10"/>
    <p:sldId id="544" r:id="rId11"/>
    <p:sldId id="581" r:id="rId12"/>
    <p:sldId id="582" r:id="rId13"/>
    <p:sldId id="583" r:id="rId14"/>
    <p:sldId id="584" r:id="rId15"/>
    <p:sldId id="585" r:id="rId16"/>
    <p:sldId id="586" r:id="rId17"/>
    <p:sldId id="587" r:id="rId18"/>
    <p:sldId id="588" r:id="rId19"/>
    <p:sldId id="589" r:id="rId20"/>
    <p:sldId id="599" r:id="rId21"/>
    <p:sldId id="600" r:id="rId22"/>
    <p:sldId id="601" r:id="rId23"/>
    <p:sldId id="590" r:id="rId24"/>
    <p:sldId id="591" r:id="rId25"/>
    <p:sldId id="597" r:id="rId26"/>
    <p:sldId id="592" r:id="rId27"/>
    <p:sldId id="593" r:id="rId28"/>
    <p:sldId id="594" r:id="rId29"/>
    <p:sldId id="595" r:id="rId30"/>
    <p:sldId id="596" r:id="rId31"/>
    <p:sldId id="495" r:id="rId32"/>
    <p:sldId id="479" r:id="rId33"/>
  </p:sldIdLst>
  <p:sldSz cx="12192000" cy="6858000"/>
  <p:notesSz cx="6858000" cy="9144000"/>
  <p:defaultTextStyle>
    <a:defPPr>
      <a:defRPr lang="en-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325" userDrawn="1">
          <p15:clr>
            <a:srgbClr val="A4A3A4"/>
          </p15:clr>
        </p15:guide>
        <p15:guide id="4" pos="1209" userDrawn="1">
          <p15:clr>
            <a:srgbClr val="A4A3A4"/>
          </p15:clr>
        </p15:guide>
        <p15:guide id="5" pos="2955" userDrawn="1">
          <p15:clr>
            <a:srgbClr val="A4A3A4"/>
          </p15:clr>
        </p15:guide>
        <p15:guide id="6" pos="2071" userDrawn="1">
          <p15:clr>
            <a:srgbClr val="A4A3A4"/>
          </p15:clr>
        </p15:guide>
        <p15:guide id="9" pos="3840" userDrawn="1">
          <p15:clr>
            <a:srgbClr val="A4A3A4"/>
          </p15:clr>
        </p15:guide>
        <p15:guide id="10" pos="4702" userDrawn="1">
          <p15:clr>
            <a:srgbClr val="A4A3A4"/>
          </p15:clr>
        </p15:guide>
        <p15:guide id="11" pos="5586" userDrawn="1">
          <p15:clr>
            <a:srgbClr val="A4A3A4"/>
          </p15:clr>
        </p15:guide>
        <p15:guide id="12" pos="7333" userDrawn="1">
          <p15:clr>
            <a:srgbClr val="A4A3A4"/>
          </p15:clr>
        </p15:guide>
        <p15:guide id="13" orient="horz" pos="3952" userDrawn="1">
          <p15:clr>
            <a:srgbClr val="A4A3A4"/>
          </p15:clr>
        </p15:guide>
        <p15:guide id="15" pos="6471" userDrawn="1">
          <p15:clr>
            <a:srgbClr val="A4A3A4"/>
          </p15:clr>
        </p15:guide>
        <p15:guide id="16" orient="horz" pos="913" userDrawn="1">
          <p15:clr>
            <a:srgbClr val="A4A3A4"/>
          </p15:clr>
        </p15:guide>
      </p15:sldGuideLst>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Кутьков Юрий Юрьевич" initials="КЮЮ" lastIdx="4" clrIdx="0">
    <p:extLst>
      <p:ext uri="{19B8F6BF-5375-455C-9EA6-DF929625EA0E}">
        <p15:presenceInfo xmlns:p15="http://schemas.microsoft.com/office/powerpoint/2012/main" userId="S::ykutkov@hse.ru::45dbd1ed-eea1-4925-9fa4-5001421b49da"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61F3D"/>
    <a:srgbClr val="D9D9D9"/>
    <a:srgbClr val="029C63"/>
    <a:srgbClr val="96628C"/>
    <a:srgbClr val="11A0D7"/>
    <a:srgbClr val="CD5A5A"/>
    <a:srgbClr val="FFD746"/>
    <a:srgbClr val="0E2D69"/>
    <a:srgbClr val="EB681F"/>
    <a:srgbClr val="234A9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4C21501-8AC7-D24B-9BD4-4AB280FA19DE}" v="6" dt="2021-11-26T18:08:21.52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Светлый стиль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073A0DAA-6AF3-43AB-8588-CEC1D06C72B9}" styleName="Средний стиль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031"/>
    <p:restoredTop sz="94761"/>
  </p:normalViewPr>
  <p:slideViewPr>
    <p:cSldViewPr snapToGrid="0" snapToObjects="1">
      <p:cViewPr varScale="1">
        <p:scale>
          <a:sx n="102" d="100"/>
          <a:sy n="102" d="100"/>
        </p:scale>
        <p:origin x="1112" y="168"/>
      </p:cViewPr>
      <p:guideLst>
        <p:guide pos="325"/>
        <p:guide pos="1209"/>
        <p:guide pos="2955"/>
        <p:guide pos="2071"/>
        <p:guide pos="3840"/>
        <p:guide pos="4702"/>
        <p:guide pos="5586"/>
        <p:guide pos="7333"/>
        <p:guide orient="horz" pos="3952"/>
        <p:guide pos="6471"/>
        <p:guide orient="horz" pos="913"/>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snapToObjects="1">
      <p:cViewPr varScale="1">
        <p:scale>
          <a:sx n="134" d="100"/>
          <a:sy n="134" d="100"/>
        </p:scale>
        <p:origin x="3648" y="18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ableStyles" Target="tableStyles.xml"/><Relationship Id="rId21" Type="http://schemas.openxmlformats.org/officeDocument/2006/relationships/slide" Target="slides/slide17.xml"/><Relationship Id="rId34"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viewProps" Target="viewProps.xml"/><Relationship Id="rId40"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commentAuthors" Target="commentAuthors.xml"/><Relationship Id="rId8" Type="http://schemas.openxmlformats.org/officeDocument/2006/relationships/slide" Target="slides/slide4.xml"/><Relationship Id="rId3"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R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3261BF4-8B2C-784B-9959-B59A059012C3}" type="datetimeFigureOut">
              <a:rPr lang="en-RU" smtClean="0"/>
              <a:t>11/2/25</a:t>
            </a:fld>
            <a:endParaRPr lang="en-R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R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R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R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C748903-8EB5-294E-A216-6B54B0368783}" type="slidenum">
              <a:rPr lang="en-RU" smtClean="0"/>
              <a:t>‹#›</a:t>
            </a:fld>
            <a:endParaRPr lang="en-RU"/>
          </a:p>
        </p:txBody>
      </p:sp>
    </p:spTree>
    <p:extLst>
      <p:ext uri="{BB962C8B-B14F-4D97-AF65-F5344CB8AC3E}">
        <p14:creationId xmlns:p14="http://schemas.microsoft.com/office/powerpoint/2010/main" val="17316809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Обложка">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Picture 28" descr="A blue circle with white text&#10;&#10;Description automatically generated with low confidence">
            <a:extLst>
              <a:ext uri="{FF2B5EF4-FFF2-40B4-BE49-F238E27FC236}">
                <a16:creationId xmlns:a16="http://schemas.microsoft.com/office/drawing/2014/main" id="{BA292C80-0DA8-194A-9A66-279048FA2A54}"/>
              </a:ext>
            </a:extLst>
          </p:cNvPr>
          <p:cNvPicPr>
            <a:picLocks noChangeAspect="1"/>
          </p:cNvPicPr>
          <p:nvPr userDrawn="1"/>
        </p:nvPicPr>
        <p:blipFill>
          <a:blip r:embed="rId3"/>
          <a:stretch>
            <a:fillRect/>
          </a:stretch>
        </p:blipFill>
        <p:spPr>
          <a:xfrm>
            <a:off x="1013859" y="962173"/>
            <a:ext cx="886499" cy="886499"/>
          </a:xfrm>
          <a:prstGeom prst="rect">
            <a:avLst/>
          </a:prstGeom>
        </p:spPr>
      </p:pic>
      <p:cxnSp>
        <p:nvCxnSpPr>
          <p:cNvPr id="11" name="Straight Connector 48">
            <a:extLst>
              <a:ext uri="{FF2B5EF4-FFF2-40B4-BE49-F238E27FC236}">
                <a16:creationId xmlns:a16="http://schemas.microsoft.com/office/drawing/2014/main" id="{313EF906-5BAC-0141-A198-076E155DF9E2}"/>
              </a:ext>
            </a:extLst>
          </p:cNvPr>
          <p:cNvCxnSpPr>
            <a:cxnSpLocks/>
          </p:cNvCxnSpPr>
          <p:nvPr userDrawn="1"/>
        </p:nvCxnSpPr>
        <p:spPr>
          <a:xfrm>
            <a:off x="6090212" y="985336"/>
            <a:ext cx="0" cy="840173"/>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2" name="Straight Connector 50">
            <a:extLst>
              <a:ext uri="{FF2B5EF4-FFF2-40B4-BE49-F238E27FC236}">
                <a16:creationId xmlns:a16="http://schemas.microsoft.com/office/drawing/2014/main" id="{61206A97-26F2-E646-8775-9928FEF465B5}"/>
              </a:ext>
            </a:extLst>
          </p:cNvPr>
          <p:cNvCxnSpPr>
            <a:cxnSpLocks/>
          </p:cNvCxnSpPr>
          <p:nvPr userDrawn="1"/>
        </p:nvCxnSpPr>
        <p:spPr>
          <a:xfrm>
            <a:off x="8642581" y="985336"/>
            <a:ext cx="0" cy="840173"/>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3" name="Straight Connector 51">
            <a:extLst>
              <a:ext uri="{FF2B5EF4-FFF2-40B4-BE49-F238E27FC236}">
                <a16:creationId xmlns:a16="http://schemas.microsoft.com/office/drawing/2014/main" id="{28E0E5F6-C1CA-9B41-B1DB-6E4FB509084D}"/>
              </a:ext>
            </a:extLst>
          </p:cNvPr>
          <p:cNvCxnSpPr>
            <a:cxnSpLocks/>
          </p:cNvCxnSpPr>
          <p:nvPr userDrawn="1"/>
        </p:nvCxnSpPr>
        <p:spPr>
          <a:xfrm>
            <a:off x="11179047" y="985336"/>
            <a:ext cx="0" cy="840173"/>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6" name="Заголовок 15">
            <a:extLst>
              <a:ext uri="{FF2B5EF4-FFF2-40B4-BE49-F238E27FC236}">
                <a16:creationId xmlns:a16="http://schemas.microsoft.com/office/drawing/2014/main" id="{6007C52F-2E27-E24A-B9DC-AAAB052DBD59}"/>
              </a:ext>
            </a:extLst>
          </p:cNvPr>
          <p:cNvSpPr>
            <a:spLocks noGrp="1"/>
          </p:cNvSpPr>
          <p:nvPr>
            <p:ph type="title" hasCustomPrompt="1"/>
          </p:nvPr>
        </p:nvSpPr>
        <p:spPr>
          <a:xfrm>
            <a:off x="1027967" y="2404670"/>
            <a:ext cx="7634059" cy="1978323"/>
          </a:xfrm>
        </p:spPr>
        <p:txBody>
          <a:bodyPr lIns="0" tIns="0" rIns="0" bIns="0" anchor="t">
            <a:normAutofit/>
          </a:bodyPr>
          <a:lstStyle>
            <a:lvl1pPr>
              <a:lnSpc>
                <a:spcPct val="100000"/>
              </a:lnSpc>
              <a:defRPr sz="4300" b="0" i="0" baseline="0">
                <a:solidFill>
                  <a:srgbClr val="0E2D69"/>
                </a:solidFill>
                <a:latin typeface="HSE Sans" panose="02000000000000000000" pitchFamily="2" charset="0"/>
              </a:defRPr>
            </a:lvl1pPr>
          </a:lstStyle>
          <a:p>
            <a:r>
              <a:rPr lang="ru-RU" sz="4400" dirty="0">
                <a:solidFill>
                  <a:srgbClr val="102D69"/>
                </a:solidFill>
                <a:latin typeface="HSE Sans" panose="02000000000000000000" pitchFamily="2" charset="0"/>
              </a:rPr>
              <a:t>Название презентации</a:t>
            </a:r>
            <a:br>
              <a:rPr lang="ru-RU" sz="4400" dirty="0">
                <a:solidFill>
                  <a:srgbClr val="102D69"/>
                </a:solidFill>
                <a:latin typeface="HSE Sans" panose="02000000000000000000" pitchFamily="2" charset="0"/>
              </a:rPr>
            </a:br>
            <a:r>
              <a:rPr lang="ru-RU" sz="4400" dirty="0">
                <a:solidFill>
                  <a:srgbClr val="102D69"/>
                </a:solidFill>
                <a:latin typeface="HSE Sans" panose="02000000000000000000" pitchFamily="2" charset="0"/>
              </a:rPr>
              <a:t>может быть набрано в две </a:t>
            </a:r>
            <a:br>
              <a:rPr lang="ru-RU" sz="4400" dirty="0">
                <a:solidFill>
                  <a:srgbClr val="102D69"/>
                </a:solidFill>
                <a:latin typeface="HSE Sans" panose="02000000000000000000" pitchFamily="2" charset="0"/>
              </a:rPr>
            </a:br>
            <a:r>
              <a:rPr lang="ru-RU" sz="4400" dirty="0">
                <a:solidFill>
                  <a:srgbClr val="102D69"/>
                </a:solidFill>
                <a:latin typeface="HSE Sans" panose="02000000000000000000" pitchFamily="2" charset="0"/>
              </a:rPr>
              <a:t>или три строки (43 </a:t>
            </a:r>
            <a:r>
              <a:rPr lang="en-GB" sz="4400" dirty="0" err="1">
                <a:solidFill>
                  <a:srgbClr val="102D69"/>
                </a:solidFill>
                <a:latin typeface="HSE Sans" panose="02000000000000000000" pitchFamily="2" charset="0"/>
              </a:rPr>
              <a:t>pt</a:t>
            </a:r>
            <a:r>
              <a:rPr lang="en-GB" sz="4400" dirty="0">
                <a:solidFill>
                  <a:srgbClr val="102D69"/>
                </a:solidFill>
                <a:latin typeface="HSE Sans" panose="02000000000000000000" pitchFamily="2" charset="0"/>
              </a:rPr>
              <a:t>)</a:t>
            </a:r>
            <a:endParaRPr lang="ru-RU" sz="4400" dirty="0">
              <a:solidFill>
                <a:srgbClr val="102D69"/>
              </a:solidFill>
              <a:latin typeface="HSE Sans" panose="02000000000000000000" pitchFamily="2" charset="0"/>
            </a:endParaRPr>
          </a:p>
        </p:txBody>
      </p:sp>
      <p:sp>
        <p:nvSpPr>
          <p:cNvPr id="20" name="Текст 19">
            <a:extLst>
              <a:ext uri="{FF2B5EF4-FFF2-40B4-BE49-F238E27FC236}">
                <a16:creationId xmlns:a16="http://schemas.microsoft.com/office/drawing/2014/main" id="{18109844-C2E7-354F-9C01-8834E4DCE373}"/>
              </a:ext>
            </a:extLst>
          </p:cNvPr>
          <p:cNvSpPr>
            <a:spLocks noGrp="1"/>
          </p:cNvSpPr>
          <p:nvPr>
            <p:ph type="body" sz="quarter" idx="10" hasCustomPrompt="1"/>
          </p:nvPr>
        </p:nvSpPr>
        <p:spPr>
          <a:xfrm>
            <a:off x="2074947" y="1187841"/>
            <a:ext cx="3848717" cy="435163"/>
          </a:xfrm>
        </p:spPr>
        <p:txBody>
          <a:bodyPr lIns="0" tIns="0" rIns="0" bIns="0" anchor="t">
            <a:noAutofit/>
          </a:bodyPr>
          <a:lstStyle>
            <a:lvl1pPr marL="0" indent="0" algn="l">
              <a:lnSpc>
                <a:spcPct val="100000"/>
              </a:lnSpc>
              <a:spcBef>
                <a:spcPts val="0"/>
              </a:spcBef>
              <a:buNone/>
              <a:defRPr sz="1600" b="0" i="0">
                <a:latin typeface="HSE Sans" panose="02000000000000000000" pitchFamily="2" charset="0"/>
              </a:defRPr>
            </a:lvl1pPr>
            <a:lvl2pPr marL="457200" indent="0" algn="l">
              <a:buNone/>
              <a:defRPr sz="1600" b="0" i="0">
                <a:latin typeface="HSE Sans" panose="02000000000000000000" pitchFamily="2" charset="0"/>
              </a:defRPr>
            </a:lvl2pPr>
            <a:lvl3pPr marL="914400" indent="0" algn="l">
              <a:buNone/>
              <a:defRPr sz="1600" b="0" i="0">
                <a:latin typeface="HSE Sans" panose="02000000000000000000" pitchFamily="2" charset="0"/>
              </a:defRPr>
            </a:lvl3pPr>
            <a:lvl4pPr marL="1371600" indent="0" algn="l">
              <a:buNone/>
              <a:defRPr sz="1600" b="0" i="0">
                <a:latin typeface="HSE Sans" panose="02000000000000000000" pitchFamily="2" charset="0"/>
              </a:defRPr>
            </a:lvl4pPr>
            <a:lvl5pPr marL="1828800" indent="0" algn="l">
              <a:buNone/>
              <a:defRPr sz="1600" b="0" i="0">
                <a:latin typeface="HSE Sans" panose="02000000000000000000" pitchFamily="2" charset="0"/>
              </a:defRPr>
            </a:lvl5pPr>
          </a:lstStyle>
          <a:p>
            <a:r>
              <a:rPr lang="ru-RU" dirty="0">
                <a:latin typeface="HSE Sans" panose="02000000000000000000" pitchFamily="2" charset="0"/>
              </a:rPr>
              <a:t>Название факультета</a:t>
            </a:r>
            <a:br>
              <a:rPr lang="ru-RU" dirty="0">
                <a:latin typeface="HSE Sans" panose="02000000000000000000" pitchFamily="2" charset="0"/>
              </a:rPr>
            </a:br>
            <a:r>
              <a:rPr lang="ru-RU" dirty="0">
                <a:latin typeface="HSE Sans" panose="02000000000000000000" pitchFamily="2" charset="0"/>
              </a:rPr>
              <a:t>в две строки</a:t>
            </a:r>
            <a:r>
              <a:rPr lang="en-GB" dirty="0">
                <a:latin typeface="HSE Sans" panose="02000000000000000000" pitchFamily="2" charset="0"/>
              </a:rPr>
              <a:t> (16 </a:t>
            </a:r>
            <a:r>
              <a:rPr lang="en-GB" dirty="0" err="1">
                <a:latin typeface="HSE Sans" panose="02000000000000000000" pitchFamily="2" charset="0"/>
              </a:rPr>
              <a:t>pt</a:t>
            </a:r>
            <a:r>
              <a:rPr lang="en-GB" dirty="0">
                <a:latin typeface="HSE Sans" panose="02000000000000000000" pitchFamily="2" charset="0"/>
              </a:rPr>
              <a:t>)</a:t>
            </a:r>
            <a:endParaRPr lang="ru-RU" dirty="0">
              <a:latin typeface="HSE Sans" panose="02000000000000000000" pitchFamily="2" charset="0"/>
            </a:endParaRPr>
          </a:p>
        </p:txBody>
      </p:sp>
      <p:sp>
        <p:nvSpPr>
          <p:cNvPr id="25" name="Текст 24">
            <a:extLst>
              <a:ext uri="{FF2B5EF4-FFF2-40B4-BE49-F238E27FC236}">
                <a16:creationId xmlns:a16="http://schemas.microsoft.com/office/drawing/2014/main" id="{40A04329-C800-BB42-BFE0-7E3C68848DA7}"/>
              </a:ext>
            </a:extLst>
          </p:cNvPr>
          <p:cNvSpPr>
            <a:spLocks noGrp="1"/>
          </p:cNvSpPr>
          <p:nvPr>
            <p:ph type="body" sz="quarter" idx="11" hasCustomPrompt="1"/>
          </p:nvPr>
        </p:nvSpPr>
        <p:spPr>
          <a:xfrm>
            <a:off x="6259420" y="1173829"/>
            <a:ext cx="2278063" cy="463186"/>
          </a:xfrm>
        </p:spPr>
        <p:txBody>
          <a:bodyPr lIns="0" tIns="0" rIns="0" bIns="0" anchor="t">
            <a:norm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200" b="0" i="0">
                <a:solidFill>
                  <a:srgbClr val="0E2D69"/>
                </a:solidFill>
                <a:latin typeface="HSE Sans" panose="02000000000000000000" pitchFamily="2"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ru-RU" sz="1200" dirty="0">
                <a:latin typeface="HSE Sans" panose="02000000000000000000" pitchFamily="2" charset="0"/>
              </a:rPr>
              <a:t>Название подразделения</a:t>
            </a:r>
            <a:br>
              <a:rPr lang="ru-RU" sz="1200" dirty="0">
                <a:latin typeface="HSE Sans" panose="02000000000000000000" pitchFamily="2" charset="0"/>
              </a:rPr>
            </a:br>
            <a:r>
              <a:rPr lang="ru-RU" sz="1200" dirty="0">
                <a:latin typeface="HSE Sans" panose="02000000000000000000" pitchFamily="2" charset="0"/>
              </a:rPr>
              <a:t>в две или три строки</a:t>
            </a:r>
            <a:r>
              <a:rPr lang="en-GB" sz="1200" dirty="0">
                <a:latin typeface="HSE Sans" panose="02000000000000000000" pitchFamily="2" charset="0"/>
              </a:rPr>
              <a:t> (12pt)</a:t>
            </a:r>
            <a:endParaRPr lang="ru-RU" sz="1200" dirty="0">
              <a:latin typeface="HSE Sans" panose="02000000000000000000" pitchFamily="2" charset="0"/>
            </a:endParaRPr>
          </a:p>
        </p:txBody>
      </p:sp>
      <p:sp>
        <p:nvSpPr>
          <p:cNvPr id="27" name="Текст 26">
            <a:extLst>
              <a:ext uri="{FF2B5EF4-FFF2-40B4-BE49-F238E27FC236}">
                <a16:creationId xmlns:a16="http://schemas.microsoft.com/office/drawing/2014/main" id="{98337931-3EC2-F348-99EA-860F4FFDC188}"/>
              </a:ext>
            </a:extLst>
          </p:cNvPr>
          <p:cNvSpPr>
            <a:spLocks noGrp="1"/>
          </p:cNvSpPr>
          <p:nvPr>
            <p:ph type="body" idx="12" hasCustomPrompt="1"/>
          </p:nvPr>
        </p:nvSpPr>
        <p:spPr>
          <a:xfrm>
            <a:off x="8786720" y="1173829"/>
            <a:ext cx="2217738" cy="463186"/>
          </a:xfrm>
        </p:spPr>
        <p:txBody>
          <a:bodyPr lIns="0" tIns="0" rIns="0" bIns="0" anchor="t">
            <a:norm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200" b="0" i="0">
                <a:solidFill>
                  <a:srgbClr val="0E2D69"/>
                </a:solidFill>
                <a:latin typeface="HSE Sans" panose="02000000000000000000" pitchFamily="2"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ru-RU" sz="1200" dirty="0">
                <a:latin typeface="HSE Sans" panose="02000000000000000000" pitchFamily="2" charset="0"/>
              </a:rPr>
              <a:t>Москва</a:t>
            </a:r>
            <a:br>
              <a:rPr lang="ru-RU" sz="1200" dirty="0">
                <a:latin typeface="HSE Sans" panose="02000000000000000000" pitchFamily="2" charset="0"/>
              </a:rPr>
            </a:br>
            <a:r>
              <a:rPr lang="ru-RU" sz="1200" dirty="0">
                <a:latin typeface="HSE Sans" panose="02000000000000000000" pitchFamily="2" charset="0"/>
              </a:rPr>
              <a:t>2022</a:t>
            </a:r>
            <a:r>
              <a:rPr lang="en-GB" sz="1200" dirty="0">
                <a:latin typeface="HSE Sans" panose="02000000000000000000" pitchFamily="2" charset="0"/>
              </a:rPr>
              <a:t> (12pt)</a:t>
            </a:r>
            <a:endParaRPr lang="ru-RU" sz="1200" dirty="0">
              <a:latin typeface="HSE Sans" panose="02000000000000000000" pitchFamily="2" charset="0"/>
            </a:endParaRPr>
          </a:p>
        </p:txBody>
      </p:sp>
      <p:sp>
        <p:nvSpPr>
          <p:cNvPr id="29" name="Текст 28">
            <a:extLst>
              <a:ext uri="{FF2B5EF4-FFF2-40B4-BE49-F238E27FC236}">
                <a16:creationId xmlns:a16="http://schemas.microsoft.com/office/drawing/2014/main" id="{EEA7A79B-D410-B44F-BF32-C3EAEFC20A6E}"/>
              </a:ext>
            </a:extLst>
          </p:cNvPr>
          <p:cNvSpPr>
            <a:spLocks noGrp="1"/>
          </p:cNvSpPr>
          <p:nvPr>
            <p:ph type="body" sz="quarter" idx="13" hasCustomPrompt="1"/>
          </p:nvPr>
        </p:nvSpPr>
        <p:spPr>
          <a:xfrm>
            <a:off x="1027967" y="4824914"/>
            <a:ext cx="7625267" cy="652860"/>
          </a:xfrm>
        </p:spPr>
        <p:txBody>
          <a:bodyPr lIns="0" tIns="0" rIns="0" bIns="0">
            <a:norm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600" b="0" i="0">
                <a:solidFill>
                  <a:srgbClr val="0E2D69"/>
                </a:solidFill>
                <a:latin typeface="HSE Sans" panose="02000000000000000000" pitchFamily="2"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ru-RU" sz="1600" dirty="0">
                <a:latin typeface="HSE Sans" panose="02000000000000000000" pitchFamily="2" charset="0"/>
              </a:rPr>
              <a:t>Если нужно больше места, то используйте подзаголовок</a:t>
            </a:r>
            <a:r>
              <a:rPr lang="en-GB" sz="1600" dirty="0">
                <a:latin typeface="HSE Sans" panose="02000000000000000000" pitchFamily="2" charset="0"/>
              </a:rPr>
              <a:t> (16 </a:t>
            </a:r>
            <a:r>
              <a:rPr lang="en-GB" sz="1600" dirty="0" err="1">
                <a:latin typeface="HSE Sans" panose="02000000000000000000" pitchFamily="2" charset="0"/>
              </a:rPr>
              <a:t>pt</a:t>
            </a:r>
            <a:r>
              <a:rPr lang="en-GB" sz="1600" dirty="0">
                <a:latin typeface="HSE Sans" panose="02000000000000000000" pitchFamily="2" charset="0"/>
              </a:rPr>
              <a:t>)</a:t>
            </a:r>
            <a:endParaRPr lang="ru-RU" sz="1600" dirty="0">
              <a:latin typeface="HSE Sans" panose="02000000000000000000" pitchFamily="2" charset="0"/>
            </a:endParaRPr>
          </a:p>
        </p:txBody>
      </p:sp>
    </p:spTree>
    <p:extLst>
      <p:ext uri="{BB962C8B-B14F-4D97-AF65-F5344CB8AC3E}">
        <p14:creationId xmlns:p14="http://schemas.microsoft.com/office/powerpoint/2010/main" val="4182895918"/>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Текст_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0" name="Picture 4" descr="Icon&#10;&#10;Description automatically generated">
            <a:extLst>
              <a:ext uri="{FF2B5EF4-FFF2-40B4-BE49-F238E27FC236}">
                <a16:creationId xmlns:a16="http://schemas.microsoft.com/office/drawing/2014/main" id="{4A1436AC-5F96-2A4F-BFC7-B3442083EBE4}"/>
              </a:ext>
            </a:extLst>
          </p:cNvPr>
          <p:cNvPicPr>
            <a:picLocks noChangeAspect="1"/>
          </p:cNvPicPr>
          <p:nvPr userDrawn="1"/>
        </p:nvPicPr>
        <p:blipFill>
          <a:blip r:embed="rId3"/>
          <a:stretch>
            <a:fillRect/>
          </a:stretch>
        </p:blipFill>
        <p:spPr>
          <a:xfrm>
            <a:off x="517199" y="464363"/>
            <a:ext cx="448276" cy="448276"/>
          </a:xfrm>
          <a:prstGeom prst="rect">
            <a:avLst/>
          </a:prstGeom>
        </p:spPr>
      </p:pic>
      <p:cxnSp>
        <p:nvCxnSpPr>
          <p:cNvPr id="11" name="Straight Connector 19">
            <a:extLst>
              <a:ext uri="{FF2B5EF4-FFF2-40B4-BE49-F238E27FC236}">
                <a16:creationId xmlns:a16="http://schemas.microsoft.com/office/drawing/2014/main" id="{067DD2ED-246D-7D41-B51F-FED98BF873FD}"/>
              </a:ext>
            </a:extLst>
          </p:cNvPr>
          <p:cNvCxnSpPr>
            <a:cxnSpLocks/>
          </p:cNvCxnSpPr>
          <p:nvPr userDrawn="1"/>
        </p:nvCxnSpPr>
        <p:spPr>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2" name="Straight Connector 21">
            <a:extLst>
              <a:ext uri="{FF2B5EF4-FFF2-40B4-BE49-F238E27FC236}">
                <a16:creationId xmlns:a16="http://schemas.microsoft.com/office/drawing/2014/main" id="{68E8C250-D449-A743-8975-B5BFB04D9744}"/>
              </a:ext>
            </a:extLst>
          </p:cNvPr>
          <p:cNvCxnSpPr>
            <a:cxnSpLocks/>
          </p:cNvCxnSpPr>
          <p:nvPr userDrawn="1"/>
        </p:nvCxnSpPr>
        <p:spPr>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3" name="Straight Connector 25">
            <a:extLst>
              <a:ext uri="{FF2B5EF4-FFF2-40B4-BE49-F238E27FC236}">
                <a16:creationId xmlns:a16="http://schemas.microsoft.com/office/drawing/2014/main" id="{DD1C71CA-B883-AF42-959D-BCA5690AAA4B}"/>
              </a:ext>
            </a:extLst>
          </p:cNvPr>
          <p:cNvCxnSpPr>
            <a:cxnSpLocks/>
          </p:cNvCxnSpPr>
          <p:nvPr userDrawn="1"/>
        </p:nvCxn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24D3A12E-0E10-C441-81D2-C3C1EB6A0537}"/>
              </a:ext>
            </a:extLst>
          </p:cNvPr>
          <p:cNvSpPr txBox="1"/>
          <p:nvPr userDrawn="1"/>
        </p:nvSpPr>
        <p:spPr>
          <a:xfrm>
            <a:off x="10410201" y="532278"/>
            <a:ext cx="671977" cy="307777"/>
          </a:xfrm>
          <a:prstGeom prst="rect">
            <a:avLst/>
          </a:prstGeom>
          <a:noFill/>
        </p:spPr>
        <p:txBody>
          <a:bodyPr wrap="square" lIns="0" tIns="0" rIns="0" bIns="0" rtlCol="0">
            <a:spAutoFit/>
          </a:bodyPr>
          <a:lstStyle/>
          <a:p>
            <a:fld id="{32AF94B5-93D7-5247-B727-C7089232F508}" type="slidenum">
              <a:rPr lang="ru-RU" sz="2000" smtClean="0">
                <a:solidFill>
                  <a:srgbClr val="102D69"/>
                </a:solidFill>
                <a:latin typeface="HSE Sans" panose="02000000000000000000" pitchFamily="2" charset="0"/>
              </a:rPr>
              <a:t>‹#›</a:t>
            </a:fld>
            <a:endParaRPr lang="ru-RU" sz="2000" dirty="0">
              <a:solidFill>
                <a:srgbClr val="102D69"/>
              </a:solidFill>
              <a:latin typeface="HSE Sans" panose="02000000000000000000" pitchFamily="2" charset="0"/>
            </a:endParaRPr>
          </a:p>
        </p:txBody>
      </p:sp>
      <p:cxnSp>
        <p:nvCxnSpPr>
          <p:cNvPr id="19" name="Straight Connector 59">
            <a:extLst>
              <a:ext uri="{FF2B5EF4-FFF2-40B4-BE49-F238E27FC236}">
                <a16:creationId xmlns:a16="http://schemas.microsoft.com/office/drawing/2014/main" id="{3447008E-4F3B-FC4E-B96D-3927FAE1ED17}"/>
              </a:ext>
            </a:extLst>
          </p:cNvPr>
          <p:cNvCxnSpPr>
            <a:cxnSpLocks/>
          </p:cNvCxnSpPr>
          <p:nvPr userDrawn="1"/>
        </p:nvCxn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24" name="Рисунок 23">
            <a:extLst>
              <a:ext uri="{FF2B5EF4-FFF2-40B4-BE49-F238E27FC236}">
                <a16:creationId xmlns:a16="http://schemas.microsoft.com/office/drawing/2014/main" id="{61115A7A-23E5-E442-9551-F72F1CDA57B9}"/>
              </a:ext>
            </a:extLst>
          </p:cNvPr>
          <p:cNvSpPr>
            <a:spLocks noGrp="1"/>
          </p:cNvSpPr>
          <p:nvPr>
            <p:ph type="pic" sz="quarter" idx="10" hasCustomPrompt="1"/>
          </p:nvPr>
        </p:nvSpPr>
        <p:spPr>
          <a:xfrm>
            <a:off x="6684653" y="1447790"/>
            <a:ext cx="4325167" cy="4325107"/>
          </a:xfrm>
          <a:solidFill>
            <a:srgbClr val="D9D9D9"/>
          </a:solidFill>
        </p:spPr>
        <p:txBody>
          <a:bodyPr anchor="ctr">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2">
                    <a:lumMod val="10000"/>
                  </a:schemeClr>
                </a:solidFill>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ru-RU" sz="2800" dirty="0">
                <a:solidFill>
                  <a:schemeClr val="tx1"/>
                </a:solidFill>
                <a:latin typeface="HSE Sans" panose="02000000000000000000" pitchFamily="2" charset="0"/>
              </a:rPr>
              <a:t>Чтобы слайд не выглядел пустым, сюда можно поставить иллюстрацию или фотографию</a:t>
            </a:r>
            <a:endParaRPr lang="en-RU" sz="2800">
              <a:solidFill>
                <a:schemeClr val="tx1"/>
              </a:solidFill>
              <a:latin typeface="HSE Sans" panose="02000000000000000000" pitchFamily="2" charset="0"/>
            </a:endParaRPr>
          </a:p>
        </p:txBody>
      </p:sp>
      <p:sp>
        <p:nvSpPr>
          <p:cNvPr id="32" name="Заголовок 31">
            <a:extLst>
              <a:ext uri="{FF2B5EF4-FFF2-40B4-BE49-F238E27FC236}">
                <a16:creationId xmlns:a16="http://schemas.microsoft.com/office/drawing/2014/main" id="{9ED7AA97-D972-DF4F-B662-A65F2A544CC5}"/>
              </a:ext>
            </a:extLst>
          </p:cNvPr>
          <p:cNvSpPr>
            <a:spLocks noGrp="1"/>
          </p:cNvSpPr>
          <p:nvPr>
            <p:ph type="title" hasCustomPrompt="1"/>
          </p:nvPr>
        </p:nvSpPr>
        <p:spPr>
          <a:xfrm>
            <a:off x="585898" y="1447790"/>
            <a:ext cx="5245560" cy="777025"/>
          </a:xfrm>
        </p:spPr>
        <p:txBody>
          <a:bodyPr lIns="0" tIns="0" rIns="0" bIns="0" anchor="t">
            <a:normAutofit/>
          </a:bodyPr>
          <a:lstStyle>
            <a:lvl1pPr>
              <a:lnSpc>
                <a:spcPct val="100000"/>
              </a:lnSpc>
              <a:defRPr sz="2400" b="0" i="0">
                <a:latin typeface="HSE Sans" panose="02000000000000000000" pitchFamily="2" charset="0"/>
              </a:defRPr>
            </a:lvl1pPr>
          </a:lstStyle>
          <a:p>
            <a:r>
              <a:rPr lang="ru-RU" sz="2400" dirty="0">
                <a:solidFill>
                  <a:srgbClr val="102D69"/>
                </a:solidFill>
                <a:latin typeface="HSE Sans" panose="02000000000000000000" pitchFamily="2" charset="0"/>
              </a:rPr>
              <a:t>Заголовок может быть набран</a:t>
            </a:r>
            <a:br>
              <a:rPr lang="ru-RU" sz="2400" dirty="0">
                <a:solidFill>
                  <a:srgbClr val="102D69"/>
                </a:solidFill>
                <a:latin typeface="HSE Sans" panose="02000000000000000000" pitchFamily="2" charset="0"/>
              </a:rPr>
            </a:br>
            <a:r>
              <a:rPr lang="ru-RU" sz="2400" dirty="0">
                <a:solidFill>
                  <a:srgbClr val="102D69"/>
                </a:solidFill>
                <a:latin typeface="HSE Sans" panose="02000000000000000000" pitchFamily="2" charset="0"/>
              </a:rPr>
              <a:t>в две или три строки</a:t>
            </a:r>
            <a:r>
              <a:rPr lang="en-GB" sz="2400" dirty="0">
                <a:solidFill>
                  <a:srgbClr val="102D69"/>
                </a:solidFill>
                <a:latin typeface="HSE Sans" panose="02000000000000000000" pitchFamily="2" charset="0"/>
              </a:rPr>
              <a:t> (24 </a:t>
            </a:r>
            <a:r>
              <a:rPr lang="en-GB" sz="2400" dirty="0" err="1">
                <a:solidFill>
                  <a:srgbClr val="102D69"/>
                </a:solidFill>
                <a:latin typeface="HSE Sans" panose="02000000000000000000" pitchFamily="2" charset="0"/>
              </a:rPr>
              <a:t>pt</a:t>
            </a:r>
            <a:r>
              <a:rPr lang="en-GB" sz="2400" dirty="0">
                <a:solidFill>
                  <a:srgbClr val="102D69"/>
                </a:solidFill>
                <a:latin typeface="HSE Sans" panose="02000000000000000000" pitchFamily="2" charset="0"/>
              </a:rPr>
              <a:t>)</a:t>
            </a:r>
            <a:endParaRPr lang="ru-RU" sz="2400" dirty="0">
              <a:solidFill>
                <a:srgbClr val="102D69"/>
              </a:solidFill>
              <a:latin typeface="HSE Sans" panose="02000000000000000000" pitchFamily="2" charset="0"/>
            </a:endParaRPr>
          </a:p>
        </p:txBody>
      </p:sp>
      <p:sp>
        <p:nvSpPr>
          <p:cNvPr id="36" name="Текст 35">
            <a:extLst>
              <a:ext uri="{FF2B5EF4-FFF2-40B4-BE49-F238E27FC236}">
                <a16:creationId xmlns:a16="http://schemas.microsoft.com/office/drawing/2014/main" id="{69E35E54-2B19-7441-876F-1C6A84F4F156}"/>
              </a:ext>
            </a:extLst>
          </p:cNvPr>
          <p:cNvSpPr>
            <a:spLocks noGrp="1"/>
          </p:cNvSpPr>
          <p:nvPr>
            <p:ph type="body" sz="quarter" idx="12" hasCustomPrompt="1"/>
          </p:nvPr>
        </p:nvSpPr>
        <p:spPr>
          <a:xfrm>
            <a:off x="585897" y="2379663"/>
            <a:ext cx="5245561" cy="3393234"/>
          </a:xfr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pPr lvl="0"/>
            <a:r>
              <a:rPr lang="ru-RU" dirty="0"/>
              <a:t>Небольшие куски текста (13</a:t>
            </a:r>
            <a:r>
              <a:rPr lang="en-US" dirty="0" err="1"/>
              <a:t>pt</a:t>
            </a:r>
            <a:r>
              <a:rPr lang="en-US" dirty="0"/>
              <a:t>) </a:t>
            </a:r>
            <a:r>
              <a:rPr lang="ru-RU" dirty="0"/>
              <a:t>можно набирать в одну колонку, но не делайте колонку на всю ширину экрана. Текст, набранный длинной строкой очень трудно читать, подумайте о тех, кто будет читать вашу презентацию. Старайтесь чтобы в строке было в среднем семь — девять слов. Большее количество слов в строке способствует хорошему сну, но не чтению. Если у вас есть свободное пространство и вы считаете, что текст одинок и ему нужна компания, то поставьте рядом небольшое изображение, которое иллюстрирует ваш текст или дополняет его.</a:t>
            </a:r>
          </a:p>
        </p:txBody>
      </p:sp>
      <p:sp>
        <p:nvSpPr>
          <p:cNvPr id="38" name="Текст 37">
            <a:extLst>
              <a:ext uri="{FF2B5EF4-FFF2-40B4-BE49-F238E27FC236}">
                <a16:creationId xmlns:a16="http://schemas.microsoft.com/office/drawing/2014/main" id="{7FB4A275-856E-364D-8AA4-2071AADC6AAA}"/>
              </a:ext>
            </a:extLst>
          </p:cNvPr>
          <p:cNvSpPr>
            <a:spLocks noGrp="1"/>
          </p:cNvSpPr>
          <p:nvPr>
            <p:ph type="body" sz="quarter" idx="13" hasCustomPrompt="1"/>
          </p:nvPr>
        </p:nvSpPr>
        <p:spPr>
          <a:xfrm>
            <a:off x="1143689" y="540904"/>
            <a:ext cx="1901825" cy="415925"/>
          </a:xfr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a:latin typeface="HSE Sans" panose="02000000000000000000" pitchFamily="2" charset="0"/>
              </a:defRPr>
            </a:lvl1pPr>
            <a:lvl2pPr marL="457200" indent="0">
              <a:lnSpc>
                <a:spcPct val="100000"/>
              </a:lnSpc>
              <a:buNone/>
              <a:defRPr sz="1000" b="0" i="0">
                <a:latin typeface="HSE Sans" panose="02000000000000000000" pitchFamily="2" charset="0"/>
              </a:defRPr>
            </a:lvl2pPr>
            <a:lvl3pPr marL="914400" indent="0">
              <a:lnSpc>
                <a:spcPct val="100000"/>
              </a:lnSpc>
              <a:buNone/>
              <a:defRPr sz="1000" b="0" i="0">
                <a:latin typeface="HSE Sans" panose="02000000000000000000" pitchFamily="2" charset="0"/>
              </a:defRPr>
            </a:lvl3pPr>
            <a:lvl4pPr marL="1371600" indent="0">
              <a:lnSpc>
                <a:spcPct val="100000"/>
              </a:lnSpc>
              <a:buNone/>
              <a:defRPr sz="1000" b="0" i="0">
                <a:latin typeface="HSE Sans" panose="02000000000000000000" pitchFamily="2" charset="0"/>
              </a:defRPr>
            </a:lvl4pPr>
            <a:lvl5pPr marL="1828800" indent="0">
              <a:lnSpc>
                <a:spcPct val="100000"/>
              </a:lnSpc>
              <a:buNone/>
              <a:defRPr sz="1000" b="0" i="0">
                <a:latin typeface="HSE Sans" panose="02000000000000000000" pitchFamily="2" charset="0"/>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ru-RU" sz="1000" dirty="0">
                <a:latin typeface="HSE Sans" panose="02000000000000000000" pitchFamily="2" charset="0"/>
              </a:rPr>
              <a:t>Название подразделения</a:t>
            </a:r>
            <a:br>
              <a:rPr lang="ru-RU" sz="1000" dirty="0">
                <a:latin typeface="HSE Sans" panose="02000000000000000000" pitchFamily="2" charset="0"/>
              </a:rPr>
            </a:br>
            <a:r>
              <a:rPr lang="ru-RU" sz="1000" dirty="0">
                <a:latin typeface="HSE Sans" panose="02000000000000000000" pitchFamily="2" charset="0"/>
              </a:rPr>
              <a:t>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40" name="Текст 39">
            <a:extLst>
              <a:ext uri="{FF2B5EF4-FFF2-40B4-BE49-F238E27FC236}">
                <a16:creationId xmlns:a16="http://schemas.microsoft.com/office/drawing/2014/main" id="{58FBA0EA-8BE0-A643-B258-4E5C34467172}"/>
              </a:ext>
            </a:extLst>
          </p:cNvPr>
          <p:cNvSpPr>
            <a:spLocks noGrp="1"/>
          </p:cNvSpPr>
          <p:nvPr>
            <p:ph type="body" sz="quarter" idx="14" hasCustomPrompt="1"/>
          </p:nvPr>
        </p:nvSpPr>
        <p:spPr>
          <a:xfrm>
            <a:off x="3459163"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презентации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41" name="Текст 39">
            <a:extLst>
              <a:ext uri="{FF2B5EF4-FFF2-40B4-BE49-F238E27FC236}">
                <a16:creationId xmlns:a16="http://schemas.microsoft.com/office/drawing/2014/main" id="{0BEC062F-1BEB-DE4C-B7EE-C552C9D45F13}"/>
              </a:ext>
            </a:extLst>
          </p:cNvPr>
          <p:cNvSpPr>
            <a:spLocks noGrp="1"/>
          </p:cNvSpPr>
          <p:nvPr>
            <p:ph type="body" sz="quarter" idx="15" hasCustomPrompt="1"/>
          </p:nvPr>
        </p:nvSpPr>
        <p:spPr>
          <a:xfrm>
            <a:off x="6259892"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раздела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Tree>
    <p:extLst>
      <p:ext uri="{BB962C8B-B14F-4D97-AF65-F5344CB8AC3E}">
        <p14:creationId xmlns:p14="http://schemas.microsoft.com/office/powerpoint/2010/main" val="13412874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Текст_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Picture 4" descr="Icon&#10;&#10;Description automatically generated">
            <a:extLst>
              <a:ext uri="{FF2B5EF4-FFF2-40B4-BE49-F238E27FC236}">
                <a16:creationId xmlns:a16="http://schemas.microsoft.com/office/drawing/2014/main" id="{FDC66DB8-29BC-5940-A721-40F10021456A}"/>
              </a:ext>
            </a:extLst>
          </p:cNvPr>
          <p:cNvPicPr>
            <a:picLocks noChangeAspect="1"/>
          </p:cNvPicPr>
          <p:nvPr userDrawn="1"/>
        </p:nvPicPr>
        <p:blipFill>
          <a:blip r:embed="rId3"/>
          <a:stretch>
            <a:fillRect/>
          </a:stretch>
        </p:blipFill>
        <p:spPr>
          <a:xfrm>
            <a:off x="517199" y="464363"/>
            <a:ext cx="448276" cy="448276"/>
          </a:xfrm>
          <a:prstGeom prst="rect">
            <a:avLst/>
          </a:prstGeom>
        </p:spPr>
      </p:pic>
      <p:cxnSp>
        <p:nvCxnSpPr>
          <p:cNvPr id="8" name="Straight Connector 19">
            <a:extLst>
              <a:ext uri="{FF2B5EF4-FFF2-40B4-BE49-F238E27FC236}">
                <a16:creationId xmlns:a16="http://schemas.microsoft.com/office/drawing/2014/main" id="{DE27C859-478F-3648-8A9D-2C85DBDCAC09}"/>
              </a:ext>
            </a:extLst>
          </p:cNvPr>
          <p:cNvCxnSpPr>
            <a:cxnSpLocks/>
          </p:cNvCxnSpPr>
          <p:nvPr userDrawn="1"/>
        </p:nvCxnSpPr>
        <p:spPr>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9" name="Straight Connector 21">
            <a:extLst>
              <a:ext uri="{FF2B5EF4-FFF2-40B4-BE49-F238E27FC236}">
                <a16:creationId xmlns:a16="http://schemas.microsoft.com/office/drawing/2014/main" id="{58EA1144-CFD8-1D47-B430-7014F576043B}"/>
              </a:ext>
            </a:extLst>
          </p:cNvPr>
          <p:cNvCxnSpPr>
            <a:cxnSpLocks/>
          </p:cNvCxnSpPr>
          <p:nvPr userDrawn="1"/>
        </p:nvCxnSpPr>
        <p:spPr>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0" name="Straight Connector 25">
            <a:extLst>
              <a:ext uri="{FF2B5EF4-FFF2-40B4-BE49-F238E27FC236}">
                <a16:creationId xmlns:a16="http://schemas.microsoft.com/office/drawing/2014/main" id="{96EDC73C-5A3C-014E-8E52-04CAFCA9B20B}"/>
              </a:ext>
            </a:extLst>
          </p:cNvPr>
          <p:cNvCxnSpPr>
            <a:cxnSpLocks/>
          </p:cNvCxnSpPr>
          <p:nvPr userDrawn="1"/>
        </p:nvCxn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55E88681-53A8-3B45-B80A-372EDFB53883}"/>
              </a:ext>
            </a:extLst>
          </p:cNvPr>
          <p:cNvSpPr txBox="1"/>
          <p:nvPr userDrawn="1"/>
        </p:nvSpPr>
        <p:spPr>
          <a:xfrm>
            <a:off x="10410201" y="532278"/>
            <a:ext cx="671977" cy="307777"/>
          </a:xfrm>
          <a:prstGeom prst="rect">
            <a:avLst/>
          </a:prstGeom>
          <a:noFill/>
        </p:spPr>
        <p:txBody>
          <a:bodyPr wrap="square" lIns="0" tIns="0" rIns="0" bIns="0" rtlCol="0">
            <a:spAutoFit/>
          </a:bodyPr>
          <a:lstStyle/>
          <a:p>
            <a:fld id="{32AF94B5-93D7-5247-B727-C7089232F508}" type="slidenum">
              <a:rPr lang="ru-RU" sz="2000" smtClean="0">
                <a:solidFill>
                  <a:srgbClr val="102D69"/>
                </a:solidFill>
                <a:latin typeface="HSE Sans" panose="02000000000000000000" pitchFamily="2" charset="0"/>
              </a:rPr>
              <a:t>‹#›</a:t>
            </a:fld>
            <a:endParaRPr lang="ru-RU" sz="2000" dirty="0">
              <a:solidFill>
                <a:srgbClr val="102D69"/>
              </a:solidFill>
              <a:latin typeface="HSE Sans" panose="02000000000000000000" pitchFamily="2" charset="0"/>
            </a:endParaRPr>
          </a:p>
        </p:txBody>
      </p:sp>
      <p:cxnSp>
        <p:nvCxnSpPr>
          <p:cNvPr id="12" name="Straight Connector 59">
            <a:extLst>
              <a:ext uri="{FF2B5EF4-FFF2-40B4-BE49-F238E27FC236}">
                <a16:creationId xmlns:a16="http://schemas.microsoft.com/office/drawing/2014/main" id="{EDA7D8BF-DF37-704F-B77F-7E40752ACE25}"/>
              </a:ext>
            </a:extLst>
          </p:cNvPr>
          <p:cNvCxnSpPr>
            <a:cxnSpLocks/>
          </p:cNvCxnSpPr>
          <p:nvPr userDrawn="1"/>
        </p:nvCxn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3" name="Текст 37">
            <a:extLst>
              <a:ext uri="{FF2B5EF4-FFF2-40B4-BE49-F238E27FC236}">
                <a16:creationId xmlns:a16="http://schemas.microsoft.com/office/drawing/2014/main" id="{5026DBD8-54A3-1446-9D3B-BA2B38460F1E}"/>
              </a:ext>
            </a:extLst>
          </p:cNvPr>
          <p:cNvSpPr>
            <a:spLocks noGrp="1"/>
          </p:cNvSpPr>
          <p:nvPr>
            <p:ph type="body" sz="quarter" idx="13" hasCustomPrompt="1"/>
          </p:nvPr>
        </p:nvSpPr>
        <p:spPr>
          <a:xfrm>
            <a:off x="1143689" y="540904"/>
            <a:ext cx="1901825" cy="415925"/>
          </a:xfr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a:latin typeface="HSE Sans" panose="02000000000000000000" pitchFamily="2" charset="0"/>
              </a:defRPr>
            </a:lvl1pPr>
            <a:lvl2pPr marL="457200" indent="0">
              <a:lnSpc>
                <a:spcPct val="100000"/>
              </a:lnSpc>
              <a:buNone/>
              <a:defRPr sz="1000" b="0" i="0">
                <a:latin typeface="HSE Sans" panose="02000000000000000000" pitchFamily="2" charset="0"/>
              </a:defRPr>
            </a:lvl2pPr>
            <a:lvl3pPr marL="914400" indent="0">
              <a:lnSpc>
                <a:spcPct val="100000"/>
              </a:lnSpc>
              <a:buNone/>
              <a:defRPr sz="1000" b="0" i="0">
                <a:latin typeface="HSE Sans" panose="02000000000000000000" pitchFamily="2" charset="0"/>
              </a:defRPr>
            </a:lvl3pPr>
            <a:lvl4pPr marL="1371600" indent="0">
              <a:lnSpc>
                <a:spcPct val="100000"/>
              </a:lnSpc>
              <a:buNone/>
              <a:defRPr sz="1000" b="0" i="0">
                <a:latin typeface="HSE Sans" panose="02000000000000000000" pitchFamily="2" charset="0"/>
              </a:defRPr>
            </a:lvl4pPr>
            <a:lvl5pPr marL="1828800" indent="0">
              <a:lnSpc>
                <a:spcPct val="100000"/>
              </a:lnSpc>
              <a:buNone/>
              <a:defRPr sz="1000" b="0" i="0">
                <a:latin typeface="HSE Sans" panose="02000000000000000000" pitchFamily="2" charset="0"/>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ru-RU" sz="1000" dirty="0">
                <a:latin typeface="HSE Sans" panose="02000000000000000000" pitchFamily="2" charset="0"/>
              </a:rPr>
              <a:t>Название подразделения</a:t>
            </a:r>
            <a:br>
              <a:rPr lang="ru-RU" sz="1000" dirty="0">
                <a:latin typeface="HSE Sans" panose="02000000000000000000" pitchFamily="2" charset="0"/>
              </a:rPr>
            </a:br>
            <a:r>
              <a:rPr lang="ru-RU" sz="1000" dirty="0">
                <a:latin typeface="HSE Sans" panose="02000000000000000000" pitchFamily="2" charset="0"/>
              </a:rPr>
              <a:t>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4" name="Текст 39">
            <a:extLst>
              <a:ext uri="{FF2B5EF4-FFF2-40B4-BE49-F238E27FC236}">
                <a16:creationId xmlns:a16="http://schemas.microsoft.com/office/drawing/2014/main" id="{E8AA3569-5054-7D47-AB14-BCFB0440D0A6}"/>
              </a:ext>
            </a:extLst>
          </p:cNvPr>
          <p:cNvSpPr>
            <a:spLocks noGrp="1"/>
          </p:cNvSpPr>
          <p:nvPr>
            <p:ph type="body" sz="quarter" idx="14" hasCustomPrompt="1"/>
          </p:nvPr>
        </p:nvSpPr>
        <p:spPr>
          <a:xfrm>
            <a:off x="3459163"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презентации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6" name="Заголовок 31">
            <a:extLst>
              <a:ext uri="{FF2B5EF4-FFF2-40B4-BE49-F238E27FC236}">
                <a16:creationId xmlns:a16="http://schemas.microsoft.com/office/drawing/2014/main" id="{76942483-EB13-0A4B-8060-DB65024C294E}"/>
              </a:ext>
            </a:extLst>
          </p:cNvPr>
          <p:cNvSpPr>
            <a:spLocks noGrp="1"/>
          </p:cNvSpPr>
          <p:nvPr>
            <p:ph type="title" hasCustomPrompt="1"/>
          </p:nvPr>
        </p:nvSpPr>
        <p:spPr>
          <a:xfrm>
            <a:off x="585897" y="1447790"/>
            <a:ext cx="11057955" cy="777025"/>
          </a:xfrm>
        </p:spPr>
        <p:txBody>
          <a:bodyPr lIns="0" tIns="0" rIns="0" bIns="0" anchor="t">
            <a:normAutofit/>
          </a:bodyPr>
          <a:lstStyle>
            <a:lvl1pPr>
              <a:lnSpc>
                <a:spcPct val="100000"/>
              </a:lnSpc>
              <a:defRPr sz="2400" b="0" i="0">
                <a:latin typeface="HSE Sans" panose="02000000000000000000" pitchFamily="2" charset="0"/>
              </a:defRPr>
            </a:lvl1pPr>
          </a:lstStyle>
          <a:p>
            <a:r>
              <a:rPr lang="ru-RU" sz="2400" dirty="0">
                <a:solidFill>
                  <a:srgbClr val="102D69"/>
                </a:solidFill>
                <a:latin typeface="HSE Sans" panose="02000000000000000000" pitchFamily="2" charset="0"/>
              </a:rPr>
              <a:t>Заголовок может быть набран в две или три строки</a:t>
            </a:r>
            <a:r>
              <a:rPr lang="en-GB" sz="2400" dirty="0">
                <a:solidFill>
                  <a:srgbClr val="102D69"/>
                </a:solidFill>
                <a:latin typeface="HSE Sans" panose="02000000000000000000" pitchFamily="2" charset="0"/>
              </a:rPr>
              <a:t> (24 </a:t>
            </a:r>
            <a:r>
              <a:rPr lang="en-GB" sz="2400" dirty="0" err="1">
                <a:solidFill>
                  <a:srgbClr val="102D69"/>
                </a:solidFill>
                <a:latin typeface="HSE Sans" panose="02000000000000000000" pitchFamily="2" charset="0"/>
              </a:rPr>
              <a:t>pt</a:t>
            </a:r>
            <a:r>
              <a:rPr lang="en-GB" sz="2400" dirty="0">
                <a:solidFill>
                  <a:srgbClr val="102D69"/>
                </a:solidFill>
                <a:latin typeface="HSE Sans" panose="02000000000000000000" pitchFamily="2" charset="0"/>
              </a:rPr>
              <a:t>)</a:t>
            </a:r>
            <a:endParaRPr lang="ru-RU" sz="2400" dirty="0">
              <a:solidFill>
                <a:srgbClr val="102D69"/>
              </a:solidFill>
              <a:latin typeface="HSE Sans" panose="02000000000000000000" pitchFamily="2" charset="0"/>
            </a:endParaRPr>
          </a:p>
        </p:txBody>
      </p:sp>
      <p:sp>
        <p:nvSpPr>
          <p:cNvPr id="17" name="Текст 35">
            <a:extLst>
              <a:ext uri="{FF2B5EF4-FFF2-40B4-BE49-F238E27FC236}">
                <a16:creationId xmlns:a16="http://schemas.microsoft.com/office/drawing/2014/main" id="{66FAD63B-F743-0F47-BBE3-D7731766705A}"/>
              </a:ext>
            </a:extLst>
          </p:cNvPr>
          <p:cNvSpPr>
            <a:spLocks noGrp="1"/>
          </p:cNvSpPr>
          <p:nvPr>
            <p:ph type="body" sz="quarter" idx="12" hasCustomPrompt="1"/>
          </p:nvPr>
        </p:nvSpPr>
        <p:spPr>
          <a:xfrm>
            <a:off x="585897" y="2379663"/>
            <a:ext cx="11057971" cy="3745092"/>
          </a:xfrm>
        </p:spPr>
        <p:txBody>
          <a:bodyPr lIns="0" tIns="0" rIns="0" numCol="3" spcCol="252000">
            <a:noAutofit/>
          </a:bodyPr>
          <a:lstStyle>
            <a:lvl1pPr marL="0" marR="0" indent="0" algn="l" defTabSz="914400" rtl="0" eaLnBrk="1" fontAlgn="auto" latinLnBrk="0" hangingPunct="1">
              <a:lnSpc>
                <a:spcPct val="100000"/>
              </a:lnSpc>
              <a:spcBef>
                <a:spcPts val="1200"/>
              </a:spcBef>
              <a:spcAft>
                <a:spcPts val="0"/>
              </a:spcAft>
              <a:buClrTx/>
              <a:buSzTx/>
              <a:buFont typeface="Arial" panose="020B0604020202020204" pitchFamily="34" charset="0"/>
              <a:buNone/>
              <a:tabLst/>
              <a:defRPr sz="13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pPr marL="0" marR="0" lvl="0" indent="0" algn="l" defTabSz="914400" rtl="0" eaLnBrk="1" fontAlgn="auto" latinLnBrk="0" hangingPunct="1">
              <a:lnSpc>
                <a:spcPct val="100000"/>
              </a:lnSpc>
              <a:spcBef>
                <a:spcPts val="1200"/>
              </a:spcBef>
              <a:spcAft>
                <a:spcPts val="0"/>
              </a:spcAft>
              <a:buClrTx/>
              <a:buSzTx/>
              <a:buFont typeface="Arial" panose="020B0604020202020204" pitchFamily="34" charset="0"/>
              <a:buNone/>
              <a:tabLst/>
              <a:defRPr/>
            </a:pPr>
            <a:r>
              <a:rPr lang="ru-RU" sz="1300" dirty="0">
                <a:latin typeface="HSE Sans" panose="02000000000000000000" pitchFamily="2" charset="0"/>
              </a:rPr>
              <a:t>Если текста много, то рекомендуем набирать его в несколько колонок, две или три. Текст, набранный длинной строкой очень трудно читать, подумайте о тех, кто будет читать вашу презентацию. Старайтесь чтобы в строке было в среднем семь — девять слов. Большее количество слов в строке способствует хорошему сну, но не чтению. Если текста много, то рекомендуем набирать его в несколько колонок, две или три. Текст, набранный длинной строкой очень трудно читать, подумайте о тех, кто будет читать вашу презентацию. Старайтесь чтобы в строке было в среднем семь — девять слов. Большее количество слов в строке способствует хорошему сну, но не чтению. Если текста много, то рекомендуем набирать его в несколько колонок, две или три. Текст, набранный длинной строкой очень трудно читать, подумайте о тех, кто будет читать вашу презентацию. Старайтесь чтобы в строке было в среднем семь — девять слов. Большее количество слов в строке способствует хорошему сну, но не чтению. Если текста много, то рекомендуем набирать его в несколько колонок, две или три. Текст, набранный длинной строкой очень трудно читать, подумайте о тех, кто будет читать вашу презентацию. Старайтесь чтобы в строке было в среднем семь — девять слов. Большее количество слов в строке способствует хорошему сну, но не чтению. Если текста много, то рекомендуем набирать его в несколько колонок, две или три. Текст, набранный длинной строкой очень трудно читать, подумайте о тех, кто будет читать вашу презентацию. Старайтесь чтобы в строке было в среднем семь — девять слов. Большее количество слов в строке способствует хорошему сну, но не чтению. Если текста много, то рекомендуем набирать его в несколько колонок, две или три. Текст, набранный длинной строкой очень трудно читать, подумайте о тех, кто будет читать вашу презентацию. Старайтесь чтобы в строке было в среднем семь — девять слов. Большее количество слов в строке способствует хорошему сну, но не чтению. Если текста много, то рекомендуем набирать его в несколько колонок, две или три. Текст, набранный длинной строкой очень трудно читать, подумайте о тех, кто будет читать вашу презентацию. Старайтесь чтобы в строке было в среднем семь — девять слов. Большее количество слов в строке способствует хорошему сну, но не чтению.</a:t>
            </a:r>
          </a:p>
        </p:txBody>
      </p:sp>
      <p:sp>
        <p:nvSpPr>
          <p:cNvPr id="18" name="Текст 39">
            <a:extLst>
              <a:ext uri="{FF2B5EF4-FFF2-40B4-BE49-F238E27FC236}">
                <a16:creationId xmlns:a16="http://schemas.microsoft.com/office/drawing/2014/main" id="{8A048480-30C9-044E-8C2E-0F67398FEE12}"/>
              </a:ext>
            </a:extLst>
          </p:cNvPr>
          <p:cNvSpPr>
            <a:spLocks noGrp="1"/>
          </p:cNvSpPr>
          <p:nvPr>
            <p:ph type="body" sz="quarter" idx="15" hasCustomPrompt="1"/>
          </p:nvPr>
        </p:nvSpPr>
        <p:spPr>
          <a:xfrm>
            <a:off x="6259892"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раздела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Tree>
    <p:extLst>
      <p:ext uri="{BB962C8B-B14F-4D97-AF65-F5344CB8AC3E}">
        <p14:creationId xmlns:p14="http://schemas.microsoft.com/office/powerpoint/2010/main" val="35271834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Текст_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Picture 4" descr="Icon&#10;&#10;Description automatically generated">
            <a:extLst>
              <a:ext uri="{FF2B5EF4-FFF2-40B4-BE49-F238E27FC236}">
                <a16:creationId xmlns:a16="http://schemas.microsoft.com/office/drawing/2014/main" id="{0E78CA68-7A0C-CF41-9AC6-A547FB9EC3B0}"/>
              </a:ext>
            </a:extLst>
          </p:cNvPr>
          <p:cNvPicPr>
            <a:picLocks noChangeAspect="1"/>
          </p:cNvPicPr>
          <p:nvPr userDrawn="1"/>
        </p:nvPicPr>
        <p:blipFill>
          <a:blip r:embed="rId3"/>
          <a:stretch>
            <a:fillRect/>
          </a:stretch>
        </p:blipFill>
        <p:spPr>
          <a:xfrm>
            <a:off x="517199" y="464363"/>
            <a:ext cx="448276" cy="448276"/>
          </a:xfrm>
          <a:prstGeom prst="rect">
            <a:avLst/>
          </a:prstGeom>
        </p:spPr>
      </p:pic>
      <p:cxnSp>
        <p:nvCxnSpPr>
          <p:cNvPr id="8" name="Straight Connector 19">
            <a:extLst>
              <a:ext uri="{FF2B5EF4-FFF2-40B4-BE49-F238E27FC236}">
                <a16:creationId xmlns:a16="http://schemas.microsoft.com/office/drawing/2014/main" id="{45DC512A-A23B-B24D-A1F6-6793976867CF}"/>
              </a:ext>
            </a:extLst>
          </p:cNvPr>
          <p:cNvCxnSpPr>
            <a:cxnSpLocks/>
          </p:cNvCxnSpPr>
          <p:nvPr userDrawn="1"/>
        </p:nvCxnSpPr>
        <p:spPr>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9" name="Straight Connector 21">
            <a:extLst>
              <a:ext uri="{FF2B5EF4-FFF2-40B4-BE49-F238E27FC236}">
                <a16:creationId xmlns:a16="http://schemas.microsoft.com/office/drawing/2014/main" id="{21F91649-DF0F-5F45-A43B-2CED9ACDD049}"/>
              </a:ext>
            </a:extLst>
          </p:cNvPr>
          <p:cNvCxnSpPr>
            <a:cxnSpLocks/>
          </p:cNvCxnSpPr>
          <p:nvPr userDrawn="1"/>
        </p:nvCxnSpPr>
        <p:spPr>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0" name="Straight Connector 25">
            <a:extLst>
              <a:ext uri="{FF2B5EF4-FFF2-40B4-BE49-F238E27FC236}">
                <a16:creationId xmlns:a16="http://schemas.microsoft.com/office/drawing/2014/main" id="{3137B760-1A50-1845-B7F2-1EF31C71C72B}"/>
              </a:ext>
            </a:extLst>
          </p:cNvPr>
          <p:cNvCxnSpPr>
            <a:cxnSpLocks/>
          </p:cNvCxnSpPr>
          <p:nvPr userDrawn="1"/>
        </p:nvCxn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05ECCF8F-5855-7943-B503-5573887A534D}"/>
              </a:ext>
            </a:extLst>
          </p:cNvPr>
          <p:cNvSpPr txBox="1"/>
          <p:nvPr userDrawn="1"/>
        </p:nvSpPr>
        <p:spPr>
          <a:xfrm>
            <a:off x="10410201" y="532278"/>
            <a:ext cx="671977" cy="307777"/>
          </a:xfrm>
          <a:prstGeom prst="rect">
            <a:avLst/>
          </a:prstGeom>
          <a:noFill/>
        </p:spPr>
        <p:txBody>
          <a:bodyPr wrap="square" lIns="0" tIns="0" rIns="0" bIns="0" rtlCol="0">
            <a:spAutoFit/>
          </a:bodyPr>
          <a:lstStyle/>
          <a:p>
            <a:fld id="{32AF94B5-93D7-5247-B727-C7089232F508}" type="slidenum">
              <a:rPr lang="ru-RU" sz="2000" smtClean="0">
                <a:solidFill>
                  <a:srgbClr val="102D69"/>
                </a:solidFill>
                <a:latin typeface="HSE Sans" panose="02000000000000000000" pitchFamily="2" charset="0"/>
              </a:rPr>
              <a:t>‹#›</a:t>
            </a:fld>
            <a:endParaRPr lang="ru-RU" sz="2000" dirty="0">
              <a:solidFill>
                <a:srgbClr val="102D69"/>
              </a:solidFill>
              <a:latin typeface="HSE Sans" panose="02000000000000000000" pitchFamily="2" charset="0"/>
            </a:endParaRPr>
          </a:p>
        </p:txBody>
      </p:sp>
      <p:cxnSp>
        <p:nvCxnSpPr>
          <p:cNvPr id="12" name="Straight Connector 59">
            <a:extLst>
              <a:ext uri="{FF2B5EF4-FFF2-40B4-BE49-F238E27FC236}">
                <a16:creationId xmlns:a16="http://schemas.microsoft.com/office/drawing/2014/main" id="{FB81B23D-CDD8-E64C-9887-3540F7EE1C4B}"/>
              </a:ext>
            </a:extLst>
          </p:cNvPr>
          <p:cNvCxnSpPr>
            <a:cxnSpLocks/>
          </p:cNvCxnSpPr>
          <p:nvPr userDrawn="1"/>
        </p:nvCxn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3" name="Текст 37">
            <a:extLst>
              <a:ext uri="{FF2B5EF4-FFF2-40B4-BE49-F238E27FC236}">
                <a16:creationId xmlns:a16="http://schemas.microsoft.com/office/drawing/2014/main" id="{C2D710AE-3CBE-5940-A7EB-F96132E6592D}"/>
              </a:ext>
            </a:extLst>
          </p:cNvPr>
          <p:cNvSpPr>
            <a:spLocks noGrp="1"/>
          </p:cNvSpPr>
          <p:nvPr>
            <p:ph type="body" sz="quarter" idx="13" hasCustomPrompt="1"/>
          </p:nvPr>
        </p:nvSpPr>
        <p:spPr>
          <a:xfrm>
            <a:off x="1143689" y="540904"/>
            <a:ext cx="1901825" cy="415925"/>
          </a:xfr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a:latin typeface="HSE Sans" panose="02000000000000000000" pitchFamily="2" charset="0"/>
              </a:defRPr>
            </a:lvl1pPr>
            <a:lvl2pPr marL="457200" indent="0">
              <a:lnSpc>
                <a:spcPct val="100000"/>
              </a:lnSpc>
              <a:buNone/>
              <a:defRPr sz="1000" b="0" i="0">
                <a:latin typeface="HSE Sans" panose="02000000000000000000" pitchFamily="2" charset="0"/>
              </a:defRPr>
            </a:lvl2pPr>
            <a:lvl3pPr marL="914400" indent="0">
              <a:lnSpc>
                <a:spcPct val="100000"/>
              </a:lnSpc>
              <a:buNone/>
              <a:defRPr sz="1000" b="0" i="0">
                <a:latin typeface="HSE Sans" panose="02000000000000000000" pitchFamily="2" charset="0"/>
              </a:defRPr>
            </a:lvl3pPr>
            <a:lvl4pPr marL="1371600" indent="0">
              <a:lnSpc>
                <a:spcPct val="100000"/>
              </a:lnSpc>
              <a:buNone/>
              <a:defRPr sz="1000" b="0" i="0">
                <a:latin typeface="HSE Sans" panose="02000000000000000000" pitchFamily="2" charset="0"/>
              </a:defRPr>
            </a:lvl4pPr>
            <a:lvl5pPr marL="1828800" indent="0">
              <a:lnSpc>
                <a:spcPct val="100000"/>
              </a:lnSpc>
              <a:buNone/>
              <a:defRPr sz="1000" b="0" i="0">
                <a:latin typeface="HSE Sans" panose="02000000000000000000" pitchFamily="2" charset="0"/>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ru-RU" sz="1000" dirty="0">
                <a:latin typeface="HSE Sans" panose="02000000000000000000" pitchFamily="2" charset="0"/>
              </a:rPr>
              <a:t>Название подразделения</a:t>
            </a:r>
            <a:br>
              <a:rPr lang="ru-RU" sz="1000" dirty="0">
                <a:latin typeface="HSE Sans" panose="02000000000000000000" pitchFamily="2" charset="0"/>
              </a:rPr>
            </a:br>
            <a:r>
              <a:rPr lang="ru-RU" sz="1000" dirty="0">
                <a:latin typeface="HSE Sans" panose="02000000000000000000" pitchFamily="2" charset="0"/>
              </a:rPr>
              <a:t>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4" name="Текст 39">
            <a:extLst>
              <a:ext uri="{FF2B5EF4-FFF2-40B4-BE49-F238E27FC236}">
                <a16:creationId xmlns:a16="http://schemas.microsoft.com/office/drawing/2014/main" id="{FCC5A33D-0A3C-F140-B745-367744A5F308}"/>
              </a:ext>
            </a:extLst>
          </p:cNvPr>
          <p:cNvSpPr>
            <a:spLocks noGrp="1"/>
          </p:cNvSpPr>
          <p:nvPr>
            <p:ph type="body" sz="quarter" idx="14" hasCustomPrompt="1"/>
          </p:nvPr>
        </p:nvSpPr>
        <p:spPr>
          <a:xfrm>
            <a:off x="3459163"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презентации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7" name="Текст 35">
            <a:extLst>
              <a:ext uri="{FF2B5EF4-FFF2-40B4-BE49-F238E27FC236}">
                <a16:creationId xmlns:a16="http://schemas.microsoft.com/office/drawing/2014/main" id="{5163BE0A-A745-414A-AF21-D968BD69D2DA}"/>
              </a:ext>
            </a:extLst>
          </p:cNvPr>
          <p:cNvSpPr>
            <a:spLocks noGrp="1"/>
          </p:cNvSpPr>
          <p:nvPr>
            <p:ph type="body" sz="quarter" idx="12" hasCustomPrompt="1"/>
          </p:nvPr>
        </p:nvSpPr>
        <p:spPr>
          <a:xfrm>
            <a:off x="585898" y="2379663"/>
            <a:ext cx="4322531" cy="2399371"/>
          </a:xfr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pPr lvl="0"/>
            <a:r>
              <a:rPr lang="ru-RU" dirty="0"/>
              <a:t>Небольшие куски текста (13</a:t>
            </a:r>
            <a:r>
              <a:rPr lang="en-US" dirty="0" err="1"/>
              <a:t>pt</a:t>
            </a:r>
            <a:r>
              <a:rPr lang="en-US" dirty="0"/>
              <a:t>) </a:t>
            </a:r>
            <a:r>
              <a:rPr lang="ru-RU" dirty="0"/>
              <a:t>можно набирать в одну колонку, но не делайте колонку на всю ширину экрана. Текст, набранный длинной строкой очень трудно читать, подумайте о тех, кто будет читать вашу презентацию. Старайтесь чтобы в строке было в среднем семь — девять слов. Большее количество слов в строке способствует хорошему сну, но не чтению. Если у вас есть свободное пространство и вы считаете, что текст одинок и ему нужна компания, то поставьте рядом небольшое изображение, которое иллюстрирует ваш текст или дополняет его.</a:t>
            </a:r>
          </a:p>
        </p:txBody>
      </p:sp>
      <p:sp>
        <p:nvSpPr>
          <p:cNvPr id="20" name="Текст 35">
            <a:extLst>
              <a:ext uri="{FF2B5EF4-FFF2-40B4-BE49-F238E27FC236}">
                <a16:creationId xmlns:a16="http://schemas.microsoft.com/office/drawing/2014/main" id="{B3D47CF6-5FC1-2346-8894-A7CC39063DE3}"/>
              </a:ext>
            </a:extLst>
          </p:cNvPr>
          <p:cNvSpPr>
            <a:spLocks noGrp="1"/>
          </p:cNvSpPr>
          <p:nvPr>
            <p:ph type="body" sz="quarter" idx="16" hasCustomPrompt="1"/>
          </p:nvPr>
        </p:nvSpPr>
        <p:spPr>
          <a:xfrm>
            <a:off x="585897" y="5183249"/>
            <a:ext cx="3934345" cy="553998"/>
          </a:xfr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0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r>
              <a:rPr lang="ru-RU" sz="1000" dirty="0">
                <a:latin typeface="HSE Sans" panose="02000000000000000000" pitchFamily="2" charset="0"/>
              </a:rPr>
              <a:t>Примечания, или любая другая пояснительная или дополнительная информация набираются шрифтом размером 10 </a:t>
            </a:r>
            <a:r>
              <a:rPr lang="en-GB" sz="1000" dirty="0" err="1">
                <a:latin typeface="HSE Sans" panose="02000000000000000000" pitchFamily="2" charset="0"/>
              </a:rPr>
              <a:t>pt</a:t>
            </a:r>
            <a:endParaRPr lang="ru-RU" sz="1000" dirty="0">
              <a:latin typeface="HSE Sans" panose="02000000000000000000" pitchFamily="2" charset="0"/>
            </a:endParaRPr>
          </a:p>
        </p:txBody>
      </p:sp>
      <p:sp>
        <p:nvSpPr>
          <p:cNvPr id="23" name="Текст 22">
            <a:extLst>
              <a:ext uri="{FF2B5EF4-FFF2-40B4-BE49-F238E27FC236}">
                <a16:creationId xmlns:a16="http://schemas.microsoft.com/office/drawing/2014/main" id="{CD14B8F3-89C2-9F45-809E-D1EAF85AC566}"/>
              </a:ext>
            </a:extLst>
          </p:cNvPr>
          <p:cNvSpPr>
            <a:spLocks noGrp="1"/>
          </p:cNvSpPr>
          <p:nvPr>
            <p:ph type="body" sz="quarter" idx="18" hasCustomPrompt="1"/>
          </p:nvPr>
        </p:nvSpPr>
        <p:spPr>
          <a:xfrm>
            <a:off x="6259892" y="2379663"/>
            <a:ext cx="5383968" cy="3451794"/>
          </a:xfrm>
        </p:spPr>
        <p:txBody>
          <a:bodyPr lIns="0" tIns="0" rIns="0" bIns="0">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3200" b="0" i="0">
                <a:solidFill>
                  <a:srgbClr val="0E2D69"/>
                </a:solidFill>
                <a:latin typeface="HSE Sans" panose="02000000000000000000" pitchFamily="2"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ru-RU" sz="3200" dirty="0">
                <a:solidFill>
                  <a:srgbClr val="102D69"/>
                </a:solidFill>
                <a:latin typeface="HSE Sans" panose="02000000000000000000" pitchFamily="2" charset="0"/>
              </a:rPr>
              <a:t>Небольшую фразу, с важной информацией, можно выделить, набрав ее более крупным кеглем, чем обычный  текст. Делать это часто не рекомендуется.</a:t>
            </a:r>
          </a:p>
          <a:p>
            <a:pPr lvl="0"/>
            <a:endParaRPr lang="ru-RU" dirty="0"/>
          </a:p>
        </p:txBody>
      </p:sp>
      <p:sp>
        <p:nvSpPr>
          <p:cNvPr id="24" name="Текст 39">
            <a:extLst>
              <a:ext uri="{FF2B5EF4-FFF2-40B4-BE49-F238E27FC236}">
                <a16:creationId xmlns:a16="http://schemas.microsoft.com/office/drawing/2014/main" id="{3BE4279A-8109-B244-B721-18F10C696B17}"/>
              </a:ext>
            </a:extLst>
          </p:cNvPr>
          <p:cNvSpPr>
            <a:spLocks noGrp="1"/>
          </p:cNvSpPr>
          <p:nvPr>
            <p:ph type="body" sz="quarter" idx="15" hasCustomPrompt="1"/>
          </p:nvPr>
        </p:nvSpPr>
        <p:spPr>
          <a:xfrm>
            <a:off x="6259892"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раздела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25" name="Заголовок 31">
            <a:extLst>
              <a:ext uri="{FF2B5EF4-FFF2-40B4-BE49-F238E27FC236}">
                <a16:creationId xmlns:a16="http://schemas.microsoft.com/office/drawing/2014/main" id="{B32DC3D4-97A5-3E4F-A29B-422D5E3129B7}"/>
              </a:ext>
            </a:extLst>
          </p:cNvPr>
          <p:cNvSpPr>
            <a:spLocks noGrp="1"/>
          </p:cNvSpPr>
          <p:nvPr>
            <p:ph type="title" hasCustomPrompt="1"/>
          </p:nvPr>
        </p:nvSpPr>
        <p:spPr>
          <a:xfrm>
            <a:off x="585897" y="1447790"/>
            <a:ext cx="11057955" cy="777025"/>
          </a:xfrm>
        </p:spPr>
        <p:txBody>
          <a:bodyPr lIns="0" tIns="0" rIns="0" bIns="0" anchor="t">
            <a:normAutofit/>
          </a:bodyPr>
          <a:lstStyle>
            <a:lvl1pPr>
              <a:lnSpc>
                <a:spcPct val="100000"/>
              </a:lnSpc>
              <a:defRPr sz="2400" b="0" i="0">
                <a:latin typeface="HSE Sans" panose="02000000000000000000" pitchFamily="2" charset="0"/>
              </a:defRPr>
            </a:lvl1pPr>
          </a:lstStyle>
          <a:p>
            <a:r>
              <a:rPr lang="ru-RU" sz="2400" dirty="0">
                <a:solidFill>
                  <a:srgbClr val="102D69"/>
                </a:solidFill>
                <a:latin typeface="HSE Sans" panose="02000000000000000000" pitchFamily="2" charset="0"/>
              </a:rPr>
              <a:t>Заголовок может быть набран в две или три строки</a:t>
            </a:r>
            <a:r>
              <a:rPr lang="en-GB" sz="2400" dirty="0">
                <a:solidFill>
                  <a:srgbClr val="102D69"/>
                </a:solidFill>
                <a:latin typeface="HSE Sans" panose="02000000000000000000" pitchFamily="2" charset="0"/>
              </a:rPr>
              <a:t> (24 </a:t>
            </a:r>
            <a:r>
              <a:rPr lang="en-GB" sz="2400" dirty="0" err="1">
                <a:solidFill>
                  <a:srgbClr val="102D69"/>
                </a:solidFill>
                <a:latin typeface="HSE Sans" panose="02000000000000000000" pitchFamily="2" charset="0"/>
              </a:rPr>
              <a:t>pt</a:t>
            </a:r>
            <a:r>
              <a:rPr lang="en-GB" sz="2400" dirty="0">
                <a:solidFill>
                  <a:srgbClr val="102D69"/>
                </a:solidFill>
                <a:latin typeface="HSE Sans" panose="02000000000000000000" pitchFamily="2" charset="0"/>
              </a:rPr>
              <a:t>)</a:t>
            </a:r>
            <a:endParaRPr lang="ru-RU" sz="2400" dirty="0">
              <a:solidFill>
                <a:srgbClr val="102D69"/>
              </a:solidFill>
              <a:latin typeface="HSE Sans" panose="02000000000000000000" pitchFamily="2" charset="0"/>
            </a:endParaRPr>
          </a:p>
        </p:txBody>
      </p:sp>
    </p:spTree>
    <p:extLst>
      <p:ext uri="{BB962C8B-B14F-4D97-AF65-F5344CB8AC3E}">
        <p14:creationId xmlns:p14="http://schemas.microsoft.com/office/powerpoint/2010/main" val="6637956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График_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Picture 4" descr="Icon&#10;&#10;Description automatically generated">
            <a:extLst>
              <a:ext uri="{FF2B5EF4-FFF2-40B4-BE49-F238E27FC236}">
                <a16:creationId xmlns:a16="http://schemas.microsoft.com/office/drawing/2014/main" id="{9E89D752-CAC6-0943-9A3D-4C52DBF50CE2}"/>
              </a:ext>
            </a:extLst>
          </p:cNvPr>
          <p:cNvPicPr>
            <a:picLocks noChangeAspect="1"/>
          </p:cNvPicPr>
          <p:nvPr userDrawn="1"/>
        </p:nvPicPr>
        <p:blipFill>
          <a:blip r:embed="rId3"/>
          <a:stretch>
            <a:fillRect/>
          </a:stretch>
        </p:blipFill>
        <p:spPr>
          <a:xfrm>
            <a:off x="517199" y="464363"/>
            <a:ext cx="448276" cy="448276"/>
          </a:xfrm>
          <a:prstGeom prst="rect">
            <a:avLst/>
          </a:prstGeom>
        </p:spPr>
      </p:pic>
      <p:cxnSp>
        <p:nvCxnSpPr>
          <p:cNvPr id="8" name="Straight Connector 19">
            <a:extLst>
              <a:ext uri="{FF2B5EF4-FFF2-40B4-BE49-F238E27FC236}">
                <a16:creationId xmlns:a16="http://schemas.microsoft.com/office/drawing/2014/main" id="{64D89E64-93BB-044D-B3D4-8F2679C5CA4C}"/>
              </a:ext>
            </a:extLst>
          </p:cNvPr>
          <p:cNvCxnSpPr>
            <a:cxnSpLocks/>
          </p:cNvCxnSpPr>
          <p:nvPr userDrawn="1"/>
        </p:nvCxnSpPr>
        <p:spPr>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9" name="Straight Connector 21">
            <a:extLst>
              <a:ext uri="{FF2B5EF4-FFF2-40B4-BE49-F238E27FC236}">
                <a16:creationId xmlns:a16="http://schemas.microsoft.com/office/drawing/2014/main" id="{D0C3B169-866D-C645-AF76-00F8C2A97E9B}"/>
              </a:ext>
            </a:extLst>
          </p:cNvPr>
          <p:cNvCxnSpPr>
            <a:cxnSpLocks/>
          </p:cNvCxnSpPr>
          <p:nvPr userDrawn="1"/>
        </p:nvCxnSpPr>
        <p:spPr>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0" name="Straight Connector 25">
            <a:extLst>
              <a:ext uri="{FF2B5EF4-FFF2-40B4-BE49-F238E27FC236}">
                <a16:creationId xmlns:a16="http://schemas.microsoft.com/office/drawing/2014/main" id="{FDDF48AB-D8AE-0E42-A544-8EA5B8744778}"/>
              </a:ext>
            </a:extLst>
          </p:cNvPr>
          <p:cNvCxnSpPr>
            <a:cxnSpLocks/>
          </p:cNvCxnSpPr>
          <p:nvPr userDrawn="1"/>
        </p:nvCxn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66DF89EC-1E7C-3B40-85F4-6D19A7D29AC7}"/>
              </a:ext>
            </a:extLst>
          </p:cNvPr>
          <p:cNvSpPr txBox="1"/>
          <p:nvPr userDrawn="1"/>
        </p:nvSpPr>
        <p:spPr>
          <a:xfrm>
            <a:off x="10410201" y="532278"/>
            <a:ext cx="671977" cy="307777"/>
          </a:xfrm>
          <a:prstGeom prst="rect">
            <a:avLst/>
          </a:prstGeom>
          <a:noFill/>
        </p:spPr>
        <p:txBody>
          <a:bodyPr wrap="square" lIns="0" tIns="0" rIns="0" bIns="0" rtlCol="0">
            <a:spAutoFit/>
          </a:bodyPr>
          <a:lstStyle/>
          <a:p>
            <a:fld id="{32AF94B5-93D7-5247-B727-C7089232F508}" type="slidenum">
              <a:rPr lang="ru-RU" sz="2000" smtClean="0">
                <a:solidFill>
                  <a:srgbClr val="102D69"/>
                </a:solidFill>
                <a:latin typeface="HSE Sans" panose="02000000000000000000" pitchFamily="2" charset="0"/>
              </a:rPr>
              <a:t>‹#›</a:t>
            </a:fld>
            <a:endParaRPr lang="ru-RU" sz="2000" dirty="0">
              <a:solidFill>
                <a:srgbClr val="102D69"/>
              </a:solidFill>
              <a:latin typeface="HSE Sans" panose="02000000000000000000" pitchFamily="2" charset="0"/>
            </a:endParaRPr>
          </a:p>
        </p:txBody>
      </p:sp>
      <p:cxnSp>
        <p:nvCxnSpPr>
          <p:cNvPr id="12" name="Straight Connector 59">
            <a:extLst>
              <a:ext uri="{FF2B5EF4-FFF2-40B4-BE49-F238E27FC236}">
                <a16:creationId xmlns:a16="http://schemas.microsoft.com/office/drawing/2014/main" id="{019D6862-BD52-734D-9E19-38C147CA2D29}"/>
              </a:ext>
            </a:extLst>
          </p:cNvPr>
          <p:cNvCxnSpPr>
            <a:cxnSpLocks/>
          </p:cNvCxnSpPr>
          <p:nvPr userDrawn="1"/>
        </p:nvCxn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3" name="Текст 37">
            <a:extLst>
              <a:ext uri="{FF2B5EF4-FFF2-40B4-BE49-F238E27FC236}">
                <a16:creationId xmlns:a16="http://schemas.microsoft.com/office/drawing/2014/main" id="{A9BD5ADD-B3F2-C342-82F7-83683F040D2F}"/>
              </a:ext>
            </a:extLst>
          </p:cNvPr>
          <p:cNvSpPr>
            <a:spLocks noGrp="1"/>
          </p:cNvSpPr>
          <p:nvPr>
            <p:ph type="body" sz="quarter" idx="13" hasCustomPrompt="1"/>
          </p:nvPr>
        </p:nvSpPr>
        <p:spPr>
          <a:xfrm>
            <a:off x="1143689" y="540904"/>
            <a:ext cx="1901825" cy="415925"/>
          </a:xfr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a:latin typeface="HSE Sans" panose="02000000000000000000" pitchFamily="2" charset="0"/>
              </a:defRPr>
            </a:lvl1pPr>
            <a:lvl2pPr marL="457200" indent="0">
              <a:lnSpc>
                <a:spcPct val="100000"/>
              </a:lnSpc>
              <a:buNone/>
              <a:defRPr sz="1000" b="0" i="0">
                <a:latin typeface="HSE Sans" panose="02000000000000000000" pitchFamily="2" charset="0"/>
              </a:defRPr>
            </a:lvl2pPr>
            <a:lvl3pPr marL="914400" indent="0">
              <a:lnSpc>
                <a:spcPct val="100000"/>
              </a:lnSpc>
              <a:buNone/>
              <a:defRPr sz="1000" b="0" i="0">
                <a:latin typeface="HSE Sans" panose="02000000000000000000" pitchFamily="2" charset="0"/>
              </a:defRPr>
            </a:lvl3pPr>
            <a:lvl4pPr marL="1371600" indent="0">
              <a:lnSpc>
                <a:spcPct val="100000"/>
              </a:lnSpc>
              <a:buNone/>
              <a:defRPr sz="1000" b="0" i="0">
                <a:latin typeface="HSE Sans" panose="02000000000000000000" pitchFamily="2" charset="0"/>
              </a:defRPr>
            </a:lvl4pPr>
            <a:lvl5pPr marL="1828800" indent="0">
              <a:lnSpc>
                <a:spcPct val="100000"/>
              </a:lnSpc>
              <a:buNone/>
              <a:defRPr sz="1000" b="0" i="0">
                <a:latin typeface="HSE Sans" panose="02000000000000000000" pitchFamily="2" charset="0"/>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ru-RU" sz="1000" dirty="0">
                <a:latin typeface="HSE Sans" panose="02000000000000000000" pitchFamily="2" charset="0"/>
              </a:rPr>
              <a:t>Название подразделения</a:t>
            </a:r>
            <a:br>
              <a:rPr lang="ru-RU" sz="1000" dirty="0">
                <a:latin typeface="HSE Sans" panose="02000000000000000000" pitchFamily="2" charset="0"/>
              </a:rPr>
            </a:br>
            <a:r>
              <a:rPr lang="ru-RU" sz="1000" dirty="0">
                <a:latin typeface="HSE Sans" panose="02000000000000000000" pitchFamily="2" charset="0"/>
              </a:rPr>
              <a:t>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4" name="Текст 39">
            <a:extLst>
              <a:ext uri="{FF2B5EF4-FFF2-40B4-BE49-F238E27FC236}">
                <a16:creationId xmlns:a16="http://schemas.microsoft.com/office/drawing/2014/main" id="{4F15CBC0-FC8B-744E-95A7-C9863CDC31BD}"/>
              </a:ext>
            </a:extLst>
          </p:cNvPr>
          <p:cNvSpPr>
            <a:spLocks noGrp="1"/>
          </p:cNvSpPr>
          <p:nvPr>
            <p:ph type="body" sz="quarter" idx="14" hasCustomPrompt="1"/>
          </p:nvPr>
        </p:nvSpPr>
        <p:spPr>
          <a:xfrm>
            <a:off x="3459163"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презентации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6" name="Текст 39">
            <a:extLst>
              <a:ext uri="{FF2B5EF4-FFF2-40B4-BE49-F238E27FC236}">
                <a16:creationId xmlns:a16="http://schemas.microsoft.com/office/drawing/2014/main" id="{BC3B54AA-A0BD-E646-B3B7-C0E724D26D23}"/>
              </a:ext>
            </a:extLst>
          </p:cNvPr>
          <p:cNvSpPr>
            <a:spLocks noGrp="1"/>
          </p:cNvSpPr>
          <p:nvPr>
            <p:ph type="body" sz="quarter" idx="15" hasCustomPrompt="1"/>
          </p:nvPr>
        </p:nvSpPr>
        <p:spPr>
          <a:xfrm>
            <a:off x="6259892"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раздела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7" name="Заголовок 31">
            <a:extLst>
              <a:ext uri="{FF2B5EF4-FFF2-40B4-BE49-F238E27FC236}">
                <a16:creationId xmlns:a16="http://schemas.microsoft.com/office/drawing/2014/main" id="{B3F16318-C9C3-B948-A508-4BC53D0B7716}"/>
              </a:ext>
            </a:extLst>
          </p:cNvPr>
          <p:cNvSpPr>
            <a:spLocks noGrp="1"/>
          </p:cNvSpPr>
          <p:nvPr>
            <p:ph type="title" hasCustomPrompt="1"/>
          </p:nvPr>
        </p:nvSpPr>
        <p:spPr>
          <a:xfrm>
            <a:off x="585899" y="1447790"/>
            <a:ext cx="4322530" cy="777025"/>
          </a:xfrm>
        </p:spPr>
        <p:txBody>
          <a:bodyPr lIns="0" tIns="0" rIns="0" bIns="0" anchor="t">
            <a:normAutofit/>
          </a:bodyPr>
          <a:lstStyle>
            <a:lvl1pPr>
              <a:lnSpc>
                <a:spcPct val="100000"/>
              </a:lnSpc>
              <a:defRPr sz="2400" b="0" i="0">
                <a:latin typeface="HSE Sans" panose="02000000000000000000" pitchFamily="2" charset="0"/>
              </a:defRPr>
            </a:lvl1pPr>
          </a:lstStyle>
          <a:p>
            <a:r>
              <a:rPr lang="ru-RU" sz="2400" dirty="0">
                <a:solidFill>
                  <a:srgbClr val="102D69"/>
                </a:solidFill>
                <a:latin typeface="HSE Sans" panose="02000000000000000000" pitchFamily="2" charset="0"/>
              </a:rPr>
              <a:t>Заголовок может быть набран </a:t>
            </a:r>
            <a:br>
              <a:rPr lang="ru-RU" sz="2400" dirty="0">
                <a:solidFill>
                  <a:srgbClr val="102D69"/>
                </a:solidFill>
                <a:latin typeface="HSE Sans" panose="02000000000000000000" pitchFamily="2" charset="0"/>
              </a:rPr>
            </a:br>
            <a:r>
              <a:rPr lang="ru-RU" sz="2400" dirty="0">
                <a:solidFill>
                  <a:srgbClr val="102D69"/>
                </a:solidFill>
                <a:latin typeface="HSE Sans" panose="02000000000000000000" pitchFamily="2" charset="0"/>
              </a:rPr>
              <a:t>в две или три строки</a:t>
            </a:r>
            <a:r>
              <a:rPr lang="en-GB" sz="2400" dirty="0">
                <a:solidFill>
                  <a:srgbClr val="102D69"/>
                </a:solidFill>
                <a:latin typeface="HSE Sans" panose="02000000000000000000" pitchFamily="2" charset="0"/>
              </a:rPr>
              <a:t> (24 </a:t>
            </a:r>
            <a:r>
              <a:rPr lang="en-GB" sz="2400" dirty="0" err="1">
                <a:solidFill>
                  <a:srgbClr val="102D69"/>
                </a:solidFill>
                <a:latin typeface="HSE Sans" panose="02000000000000000000" pitchFamily="2" charset="0"/>
              </a:rPr>
              <a:t>pt</a:t>
            </a:r>
            <a:r>
              <a:rPr lang="en-GB" sz="2400" dirty="0">
                <a:solidFill>
                  <a:srgbClr val="102D69"/>
                </a:solidFill>
                <a:latin typeface="HSE Sans" panose="02000000000000000000" pitchFamily="2" charset="0"/>
              </a:rPr>
              <a:t>)</a:t>
            </a:r>
            <a:endParaRPr lang="ru-RU" sz="2400" dirty="0">
              <a:solidFill>
                <a:srgbClr val="102D69"/>
              </a:solidFill>
              <a:latin typeface="HSE Sans" panose="02000000000000000000" pitchFamily="2" charset="0"/>
            </a:endParaRPr>
          </a:p>
        </p:txBody>
      </p:sp>
      <p:sp>
        <p:nvSpPr>
          <p:cNvPr id="18" name="Текст 35">
            <a:extLst>
              <a:ext uri="{FF2B5EF4-FFF2-40B4-BE49-F238E27FC236}">
                <a16:creationId xmlns:a16="http://schemas.microsoft.com/office/drawing/2014/main" id="{23B3E5FB-BBCE-4149-AD9A-8CAB06CC9FCF}"/>
              </a:ext>
            </a:extLst>
          </p:cNvPr>
          <p:cNvSpPr>
            <a:spLocks noGrp="1"/>
          </p:cNvSpPr>
          <p:nvPr>
            <p:ph type="body" sz="quarter" idx="12" hasCustomPrompt="1"/>
          </p:nvPr>
        </p:nvSpPr>
        <p:spPr>
          <a:xfrm>
            <a:off x="585898" y="2379663"/>
            <a:ext cx="4322531" cy="2399371"/>
          </a:xfr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r>
              <a:rPr lang="en-GB" sz="1300" dirty="0">
                <a:latin typeface="HSE Sans" panose="02000000000000000000" pitchFamily="2" charset="0"/>
              </a:rPr>
              <a:t>Lorem ipsum </a:t>
            </a:r>
            <a:r>
              <a:rPr lang="en-GB" sz="1300" dirty="0" err="1">
                <a:latin typeface="HSE Sans" panose="02000000000000000000" pitchFamily="2" charset="0"/>
              </a:rPr>
              <a:t>dolor</a:t>
            </a:r>
            <a:r>
              <a:rPr lang="en-GB" sz="1300" dirty="0">
                <a:latin typeface="HSE Sans" panose="02000000000000000000" pitchFamily="2" charset="0"/>
              </a:rPr>
              <a:t> sit </a:t>
            </a:r>
            <a:r>
              <a:rPr lang="en-GB" sz="1300" dirty="0" err="1">
                <a:latin typeface="HSE Sans" panose="02000000000000000000" pitchFamily="2" charset="0"/>
              </a:rPr>
              <a:t>amet</a:t>
            </a:r>
            <a:r>
              <a:rPr lang="en-GB" sz="1300" dirty="0">
                <a:latin typeface="HSE Sans" panose="02000000000000000000" pitchFamily="2" charset="0"/>
              </a:rPr>
              <a:t>, </a:t>
            </a:r>
            <a:r>
              <a:rPr lang="en-GB" sz="1300" dirty="0" err="1">
                <a:latin typeface="HSE Sans" panose="02000000000000000000" pitchFamily="2" charset="0"/>
              </a:rPr>
              <a:t>consectetur</a:t>
            </a:r>
            <a:r>
              <a:rPr lang="en-GB" sz="1300" dirty="0">
                <a:latin typeface="HSE Sans" panose="02000000000000000000" pitchFamily="2" charset="0"/>
              </a:rPr>
              <a:t> </a:t>
            </a:r>
            <a:r>
              <a:rPr lang="en-GB" sz="1300" dirty="0" err="1">
                <a:latin typeface="HSE Sans" panose="02000000000000000000" pitchFamily="2" charset="0"/>
              </a:rPr>
              <a:t>adipiscing</a:t>
            </a:r>
            <a:r>
              <a:rPr lang="en-GB" sz="1300" dirty="0">
                <a:latin typeface="HSE Sans" panose="02000000000000000000" pitchFamily="2" charset="0"/>
              </a:rPr>
              <a:t> </a:t>
            </a:r>
            <a:r>
              <a:rPr lang="en-GB" sz="1300" dirty="0" err="1">
                <a:latin typeface="HSE Sans" panose="02000000000000000000" pitchFamily="2" charset="0"/>
              </a:rPr>
              <a:t>elit</a:t>
            </a:r>
            <a:r>
              <a:rPr lang="en-GB" sz="1300" dirty="0">
                <a:latin typeface="HSE Sans" panose="02000000000000000000" pitchFamily="2" charset="0"/>
              </a:rPr>
              <a:t>, </a:t>
            </a:r>
            <a:r>
              <a:rPr lang="en-GB" sz="1300" dirty="0" err="1">
                <a:latin typeface="HSE Sans" panose="02000000000000000000" pitchFamily="2" charset="0"/>
              </a:rPr>
              <a:t>sed</a:t>
            </a:r>
            <a:r>
              <a:rPr lang="en-GB" sz="1300" dirty="0">
                <a:latin typeface="HSE Sans" panose="02000000000000000000" pitchFamily="2" charset="0"/>
              </a:rPr>
              <a:t> do </a:t>
            </a:r>
            <a:r>
              <a:rPr lang="en-GB" sz="1300" dirty="0" err="1">
                <a:latin typeface="HSE Sans" panose="02000000000000000000" pitchFamily="2" charset="0"/>
              </a:rPr>
              <a:t>eiusmod</a:t>
            </a:r>
            <a:r>
              <a:rPr lang="en-GB" sz="1300" dirty="0">
                <a:latin typeface="HSE Sans" panose="02000000000000000000" pitchFamily="2" charset="0"/>
              </a:rPr>
              <a:t> </a:t>
            </a:r>
            <a:r>
              <a:rPr lang="en-GB" sz="1300" dirty="0" err="1">
                <a:latin typeface="HSE Sans" panose="02000000000000000000" pitchFamily="2" charset="0"/>
              </a:rPr>
              <a:t>tempor</a:t>
            </a:r>
            <a:r>
              <a:rPr lang="en-GB" sz="1300" dirty="0">
                <a:latin typeface="HSE Sans" panose="02000000000000000000" pitchFamily="2" charset="0"/>
              </a:rPr>
              <a:t> </a:t>
            </a:r>
            <a:r>
              <a:rPr lang="en-GB" sz="1300" dirty="0" err="1">
                <a:latin typeface="HSE Sans" panose="02000000000000000000" pitchFamily="2" charset="0"/>
              </a:rPr>
              <a:t>incididunt</a:t>
            </a:r>
            <a:r>
              <a:rPr lang="en-GB" sz="1300" dirty="0">
                <a:latin typeface="HSE Sans" panose="02000000000000000000" pitchFamily="2" charset="0"/>
              </a:rPr>
              <a:t> </a:t>
            </a:r>
            <a:r>
              <a:rPr lang="en-GB" sz="1300" dirty="0" err="1">
                <a:latin typeface="HSE Sans" panose="02000000000000000000" pitchFamily="2" charset="0"/>
              </a:rPr>
              <a:t>ut</a:t>
            </a:r>
            <a:r>
              <a:rPr lang="en-GB" sz="1300" dirty="0">
                <a:latin typeface="HSE Sans" panose="02000000000000000000" pitchFamily="2" charset="0"/>
              </a:rPr>
              <a:t> </a:t>
            </a:r>
            <a:r>
              <a:rPr lang="en-GB" sz="1300" dirty="0" err="1">
                <a:latin typeface="HSE Sans" panose="02000000000000000000" pitchFamily="2" charset="0"/>
              </a:rPr>
              <a:t>labore</a:t>
            </a:r>
            <a:r>
              <a:rPr lang="en-GB" sz="1300" dirty="0">
                <a:latin typeface="HSE Sans" panose="02000000000000000000" pitchFamily="2" charset="0"/>
              </a:rPr>
              <a:t> et dolore magna </a:t>
            </a:r>
            <a:r>
              <a:rPr lang="en-GB" sz="1300" dirty="0" err="1">
                <a:latin typeface="HSE Sans" panose="02000000000000000000" pitchFamily="2" charset="0"/>
              </a:rPr>
              <a:t>aliqua</a:t>
            </a:r>
            <a:r>
              <a:rPr lang="en-GB" sz="1300" dirty="0">
                <a:latin typeface="HSE Sans" panose="02000000000000000000" pitchFamily="2" charset="0"/>
              </a:rPr>
              <a:t>. Ut </a:t>
            </a:r>
            <a:r>
              <a:rPr lang="en-GB" sz="1300" dirty="0" err="1">
                <a:latin typeface="HSE Sans" panose="02000000000000000000" pitchFamily="2" charset="0"/>
              </a:rPr>
              <a:t>enim</a:t>
            </a:r>
            <a:r>
              <a:rPr lang="en-GB" sz="1300" dirty="0">
                <a:latin typeface="HSE Sans" panose="02000000000000000000" pitchFamily="2" charset="0"/>
              </a:rPr>
              <a:t> ad minim </a:t>
            </a:r>
            <a:r>
              <a:rPr lang="en-GB" sz="1300" dirty="0" err="1">
                <a:latin typeface="HSE Sans" panose="02000000000000000000" pitchFamily="2" charset="0"/>
              </a:rPr>
              <a:t>veniam</a:t>
            </a:r>
            <a:r>
              <a:rPr lang="en-GB" sz="1300" dirty="0">
                <a:latin typeface="HSE Sans" panose="02000000000000000000" pitchFamily="2" charset="0"/>
              </a:rPr>
              <a:t>, </a:t>
            </a:r>
            <a:r>
              <a:rPr lang="en-GB" sz="1300" dirty="0" err="1">
                <a:latin typeface="HSE Sans" panose="02000000000000000000" pitchFamily="2" charset="0"/>
              </a:rPr>
              <a:t>quis</a:t>
            </a:r>
            <a:r>
              <a:rPr lang="en-GB" sz="1300" dirty="0">
                <a:latin typeface="HSE Sans" panose="02000000000000000000" pitchFamily="2" charset="0"/>
              </a:rPr>
              <a:t> </a:t>
            </a:r>
            <a:r>
              <a:rPr lang="en-GB" sz="1300" dirty="0" err="1">
                <a:latin typeface="HSE Sans" panose="02000000000000000000" pitchFamily="2" charset="0"/>
              </a:rPr>
              <a:t>nostrud</a:t>
            </a:r>
            <a:r>
              <a:rPr lang="en-GB" sz="1300" dirty="0">
                <a:latin typeface="HSE Sans" panose="02000000000000000000" pitchFamily="2" charset="0"/>
              </a:rPr>
              <a:t> exercitation </a:t>
            </a:r>
            <a:r>
              <a:rPr lang="en-GB" sz="1300" dirty="0" err="1">
                <a:latin typeface="HSE Sans" panose="02000000000000000000" pitchFamily="2" charset="0"/>
              </a:rPr>
              <a:t>ullamco</a:t>
            </a:r>
            <a:r>
              <a:rPr lang="en-GB" sz="1300" dirty="0">
                <a:latin typeface="HSE Sans" panose="02000000000000000000" pitchFamily="2" charset="0"/>
              </a:rPr>
              <a:t> </a:t>
            </a:r>
            <a:r>
              <a:rPr lang="en-GB" sz="1300" dirty="0" err="1">
                <a:latin typeface="HSE Sans" panose="02000000000000000000" pitchFamily="2" charset="0"/>
              </a:rPr>
              <a:t>laboris</a:t>
            </a:r>
            <a:r>
              <a:rPr lang="en-GB" sz="1300" dirty="0">
                <a:latin typeface="HSE Sans" panose="02000000000000000000" pitchFamily="2" charset="0"/>
              </a:rPr>
              <a:t> nisi </a:t>
            </a:r>
            <a:r>
              <a:rPr lang="en-GB" sz="1300" dirty="0" err="1">
                <a:latin typeface="HSE Sans" panose="02000000000000000000" pitchFamily="2" charset="0"/>
              </a:rPr>
              <a:t>ut</a:t>
            </a:r>
            <a:r>
              <a:rPr lang="en-GB" sz="1300" dirty="0">
                <a:latin typeface="HSE Sans" panose="02000000000000000000" pitchFamily="2" charset="0"/>
              </a:rPr>
              <a:t> </a:t>
            </a:r>
            <a:r>
              <a:rPr lang="en-GB" sz="1300" dirty="0" err="1">
                <a:latin typeface="HSE Sans" panose="02000000000000000000" pitchFamily="2" charset="0"/>
              </a:rPr>
              <a:t>aliquip</a:t>
            </a:r>
            <a:r>
              <a:rPr lang="en-GB" sz="1300" dirty="0">
                <a:latin typeface="HSE Sans" panose="02000000000000000000" pitchFamily="2" charset="0"/>
              </a:rPr>
              <a:t> ex </a:t>
            </a:r>
            <a:r>
              <a:rPr lang="en-GB" sz="1300" dirty="0" err="1">
                <a:latin typeface="HSE Sans" panose="02000000000000000000" pitchFamily="2" charset="0"/>
              </a:rPr>
              <a:t>ea</a:t>
            </a:r>
            <a:r>
              <a:rPr lang="en-GB" sz="1300" dirty="0">
                <a:latin typeface="HSE Sans" panose="02000000000000000000" pitchFamily="2" charset="0"/>
              </a:rPr>
              <a:t> </a:t>
            </a:r>
            <a:r>
              <a:rPr lang="en-GB" sz="1300" dirty="0" err="1">
                <a:latin typeface="HSE Sans" panose="02000000000000000000" pitchFamily="2" charset="0"/>
              </a:rPr>
              <a:t>commodo</a:t>
            </a:r>
            <a:r>
              <a:rPr lang="en-GB" sz="1300" dirty="0">
                <a:latin typeface="HSE Sans" panose="02000000000000000000" pitchFamily="2" charset="0"/>
              </a:rPr>
              <a:t> </a:t>
            </a:r>
            <a:r>
              <a:rPr lang="en-GB" sz="1300" dirty="0" err="1">
                <a:latin typeface="HSE Sans" panose="02000000000000000000" pitchFamily="2" charset="0"/>
              </a:rPr>
              <a:t>consequat</a:t>
            </a:r>
            <a:r>
              <a:rPr lang="en-GB" sz="1300" dirty="0">
                <a:latin typeface="HSE Sans" panose="02000000000000000000" pitchFamily="2" charset="0"/>
              </a:rPr>
              <a:t>. Duis </a:t>
            </a:r>
            <a:r>
              <a:rPr lang="en-GB" sz="1300" dirty="0" err="1">
                <a:latin typeface="HSE Sans" panose="02000000000000000000" pitchFamily="2" charset="0"/>
              </a:rPr>
              <a:t>aute</a:t>
            </a:r>
            <a:r>
              <a:rPr lang="en-GB" sz="1300" dirty="0">
                <a:latin typeface="HSE Sans" panose="02000000000000000000" pitchFamily="2" charset="0"/>
              </a:rPr>
              <a:t> </a:t>
            </a:r>
            <a:r>
              <a:rPr lang="en-GB" sz="1300" dirty="0" err="1">
                <a:latin typeface="HSE Sans" panose="02000000000000000000" pitchFamily="2" charset="0"/>
              </a:rPr>
              <a:t>irure</a:t>
            </a:r>
            <a:r>
              <a:rPr lang="en-GB" sz="1300" dirty="0">
                <a:latin typeface="HSE Sans" panose="02000000000000000000" pitchFamily="2" charset="0"/>
              </a:rPr>
              <a:t> </a:t>
            </a:r>
            <a:r>
              <a:rPr lang="en-GB" sz="1300" dirty="0" err="1">
                <a:latin typeface="HSE Sans" panose="02000000000000000000" pitchFamily="2" charset="0"/>
              </a:rPr>
              <a:t>dolor</a:t>
            </a:r>
            <a:r>
              <a:rPr lang="en-GB" sz="1300" dirty="0">
                <a:latin typeface="HSE Sans" panose="02000000000000000000" pitchFamily="2" charset="0"/>
              </a:rPr>
              <a:t> in </a:t>
            </a:r>
            <a:r>
              <a:rPr lang="en-GB" sz="1300" dirty="0" err="1">
                <a:latin typeface="HSE Sans" panose="02000000000000000000" pitchFamily="2" charset="0"/>
              </a:rPr>
              <a:t>reprehenderit</a:t>
            </a:r>
            <a:r>
              <a:rPr lang="en-GB" sz="1300" dirty="0">
                <a:latin typeface="HSE Sans" panose="02000000000000000000" pitchFamily="2" charset="0"/>
              </a:rPr>
              <a:t> in </a:t>
            </a:r>
            <a:r>
              <a:rPr lang="en-GB" sz="1300" dirty="0" err="1">
                <a:latin typeface="HSE Sans" panose="02000000000000000000" pitchFamily="2" charset="0"/>
              </a:rPr>
              <a:t>voluptate</a:t>
            </a:r>
            <a:r>
              <a:rPr lang="en-GB" sz="1300" dirty="0">
                <a:latin typeface="HSE Sans" panose="02000000000000000000" pitchFamily="2" charset="0"/>
              </a:rPr>
              <a:t> </a:t>
            </a:r>
            <a:r>
              <a:rPr lang="en-GB" sz="1300" dirty="0" err="1">
                <a:latin typeface="HSE Sans" panose="02000000000000000000" pitchFamily="2" charset="0"/>
              </a:rPr>
              <a:t>velit</a:t>
            </a:r>
            <a:r>
              <a:rPr lang="en-GB" sz="1300" dirty="0">
                <a:latin typeface="HSE Sans" panose="02000000000000000000" pitchFamily="2" charset="0"/>
              </a:rPr>
              <a:t> </a:t>
            </a:r>
            <a:r>
              <a:rPr lang="en-GB" sz="1300" dirty="0" err="1">
                <a:latin typeface="HSE Sans" panose="02000000000000000000" pitchFamily="2" charset="0"/>
              </a:rPr>
              <a:t>esse</a:t>
            </a:r>
            <a:r>
              <a:rPr lang="en-GB" sz="1300" dirty="0">
                <a:latin typeface="HSE Sans" panose="02000000000000000000" pitchFamily="2" charset="0"/>
              </a:rPr>
              <a:t> </a:t>
            </a:r>
            <a:r>
              <a:rPr lang="en-GB" sz="1300" dirty="0" err="1">
                <a:latin typeface="HSE Sans" panose="02000000000000000000" pitchFamily="2" charset="0"/>
              </a:rPr>
              <a:t>cillum</a:t>
            </a:r>
            <a:r>
              <a:rPr lang="en-GB" sz="1300" dirty="0">
                <a:latin typeface="HSE Sans" panose="02000000000000000000" pitchFamily="2" charset="0"/>
              </a:rPr>
              <a:t> dolore </a:t>
            </a:r>
            <a:r>
              <a:rPr lang="en-GB" sz="1300" dirty="0" err="1">
                <a:latin typeface="HSE Sans" panose="02000000000000000000" pitchFamily="2" charset="0"/>
              </a:rPr>
              <a:t>eu</a:t>
            </a:r>
            <a:r>
              <a:rPr lang="en-GB" sz="1300" dirty="0">
                <a:latin typeface="HSE Sans" panose="02000000000000000000" pitchFamily="2" charset="0"/>
              </a:rPr>
              <a:t> </a:t>
            </a:r>
            <a:r>
              <a:rPr lang="en-GB" sz="1300" dirty="0" err="1">
                <a:latin typeface="HSE Sans" panose="02000000000000000000" pitchFamily="2" charset="0"/>
              </a:rPr>
              <a:t>fugiat</a:t>
            </a:r>
            <a:r>
              <a:rPr lang="en-GB" sz="1300" dirty="0">
                <a:latin typeface="HSE Sans" panose="02000000000000000000" pitchFamily="2" charset="0"/>
              </a:rPr>
              <a:t> </a:t>
            </a:r>
            <a:r>
              <a:rPr lang="en-GB" sz="1300" dirty="0" err="1">
                <a:latin typeface="HSE Sans" panose="02000000000000000000" pitchFamily="2" charset="0"/>
              </a:rPr>
              <a:t>nulla</a:t>
            </a:r>
            <a:r>
              <a:rPr lang="en-GB" sz="1300" dirty="0">
                <a:latin typeface="HSE Sans" panose="02000000000000000000" pitchFamily="2" charset="0"/>
              </a:rPr>
              <a:t> </a:t>
            </a:r>
            <a:r>
              <a:rPr lang="en-GB" sz="1300" dirty="0" err="1">
                <a:latin typeface="HSE Sans" panose="02000000000000000000" pitchFamily="2" charset="0"/>
              </a:rPr>
              <a:t>pariatur</a:t>
            </a:r>
            <a:r>
              <a:rPr lang="en-GB" sz="1300" dirty="0">
                <a:latin typeface="HSE Sans" panose="02000000000000000000" pitchFamily="2" charset="0"/>
              </a:rPr>
              <a:t>. </a:t>
            </a:r>
            <a:r>
              <a:rPr lang="en-GB" sz="1300" dirty="0" err="1">
                <a:latin typeface="HSE Sans" panose="02000000000000000000" pitchFamily="2" charset="0"/>
              </a:rPr>
              <a:t>Excepteur</a:t>
            </a:r>
            <a:r>
              <a:rPr lang="en-GB" sz="1300" dirty="0">
                <a:latin typeface="HSE Sans" panose="02000000000000000000" pitchFamily="2" charset="0"/>
              </a:rPr>
              <a:t> </a:t>
            </a:r>
            <a:r>
              <a:rPr lang="en-GB" sz="1300" dirty="0" err="1">
                <a:latin typeface="HSE Sans" panose="02000000000000000000" pitchFamily="2" charset="0"/>
              </a:rPr>
              <a:t>sint</a:t>
            </a:r>
            <a:r>
              <a:rPr lang="en-GB" sz="1300" dirty="0">
                <a:latin typeface="HSE Sans" panose="02000000000000000000" pitchFamily="2" charset="0"/>
              </a:rPr>
              <a:t> </a:t>
            </a:r>
            <a:r>
              <a:rPr lang="en-GB" sz="1300" dirty="0" err="1">
                <a:latin typeface="HSE Sans" panose="02000000000000000000" pitchFamily="2" charset="0"/>
              </a:rPr>
              <a:t>occaecat</a:t>
            </a:r>
            <a:r>
              <a:rPr lang="en-GB" sz="1300" dirty="0">
                <a:latin typeface="HSE Sans" panose="02000000000000000000" pitchFamily="2" charset="0"/>
              </a:rPr>
              <a:t> </a:t>
            </a:r>
            <a:r>
              <a:rPr lang="en-GB" sz="1300" dirty="0" err="1">
                <a:latin typeface="HSE Sans" panose="02000000000000000000" pitchFamily="2" charset="0"/>
              </a:rPr>
              <a:t>cupidatat</a:t>
            </a:r>
            <a:r>
              <a:rPr lang="en-GB" sz="1300" dirty="0">
                <a:latin typeface="HSE Sans" panose="02000000000000000000" pitchFamily="2" charset="0"/>
              </a:rPr>
              <a:t> non </a:t>
            </a:r>
            <a:r>
              <a:rPr lang="en-GB" sz="1300" dirty="0" err="1">
                <a:latin typeface="HSE Sans" panose="02000000000000000000" pitchFamily="2" charset="0"/>
              </a:rPr>
              <a:t>proident</a:t>
            </a:r>
            <a:r>
              <a:rPr lang="en-GB" sz="1300" dirty="0">
                <a:latin typeface="HSE Sans" panose="02000000000000000000" pitchFamily="2" charset="0"/>
              </a:rPr>
              <a:t>, sunt in culpa qui </a:t>
            </a:r>
            <a:r>
              <a:rPr lang="en-GB" sz="1300" dirty="0" err="1">
                <a:latin typeface="HSE Sans" panose="02000000000000000000" pitchFamily="2" charset="0"/>
              </a:rPr>
              <a:t>officia</a:t>
            </a:r>
            <a:r>
              <a:rPr lang="en-GB" sz="1300" dirty="0">
                <a:latin typeface="HSE Sans" panose="02000000000000000000" pitchFamily="2" charset="0"/>
              </a:rPr>
              <a:t> </a:t>
            </a:r>
            <a:r>
              <a:rPr lang="en-GB" sz="1300" dirty="0" err="1">
                <a:latin typeface="HSE Sans" panose="02000000000000000000" pitchFamily="2" charset="0"/>
              </a:rPr>
              <a:t>deserunt</a:t>
            </a:r>
            <a:r>
              <a:rPr lang="en-GB" sz="1300" dirty="0">
                <a:latin typeface="HSE Sans" panose="02000000000000000000" pitchFamily="2" charset="0"/>
              </a:rPr>
              <a:t> </a:t>
            </a:r>
            <a:r>
              <a:rPr lang="en-GB" sz="1300" dirty="0" err="1">
                <a:latin typeface="HSE Sans" panose="02000000000000000000" pitchFamily="2" charset="0"/>
              </a:rPr>
              <a:t>mollit</a:t>
            </a:r>
            <a:r>
              <a:rPr lang="en-GB" sz="1300" dirty="0">
                <a:latin typeface="HSE Sans" panose="02000000000000000000" pitchFamily="2" charset="0"/>
              </a:rPr>
              <a:t> </a:t>
            </a:r>
            <a:r>
              <a:rPr lang="en-GB" sz="1300" dirty="0" err="1">
                <a:latin typeface="HSE Sans" panose="02000000000000000000" pitchFamily="2" charset="0"/>
              </a:rPr>
              <a:t>anim</a:t>
            </a:r>
            <a:r>
              <a:rPr lang="en-GB" sz="1300" dirty="0">
                <a:latin typeface="HSE Sans" panose="02000000000000000000" pitchFamily="2" charset="0"/>
              </a:rPr>
              <a:t> id </a:t>
            </a:r>
            <a:r>
              <a:rPr lang="en-GB" sz="1300" dirty="0" err="1">
                <a:latin typeface="HSE Sans" panose="02000000000000000000" pitchFamily="2" charset="0"/>
              </a:rPr>
              <a:t>est</a:t>
            </a:r>
            <a:r>
              <a:rPr lang="en-GB" sz="1300" dirty="0">
                <a:latin typeface="HSE Sans" panose="02000000000000000000" pitchFamily="2" charset="0"/>
              </a:rPr>
              <a:t> </a:t>
            </a:r>
            <a:r>
              <a:rPr lang="en-GB" sz="1300" dirty="0" err="1">
                <a:latin typeface="HSE Sans" panose="02000000000000000000" pitchFamily="2" charset="0"/>
              </a:rPr>
              <a:t>laborum</a:t>
            </a:r>
            <a:r>
              <a:rPr lang="en-GB" sz="1300" dirty="0">
                <a:latin typeface="HSE Sans" panose="02000000000000000000" pitchFamily="2" charset="0"/>
              </a:rPr>
              <a:t>.</a:t>
            </a:r>
            <a:endParaRPr lang="ru-RU" sz="1300" dirty="0">
              <a:latin typeface="HSE Sans" panose="02000000000000000000" pitchFamily="2" charset="0"/>
            </a:endParaRPr>
          </a:p>
        </p:txBody>
      </p:sp>
      <p:sp>
        <p:nvSpPr>
          <p:cNvPr id="19" name="Текст 35">
            <a:extLst>
              <a:ext uri="{FF2B5EF4-FFF2-40B4-BE49-F238E27FC236}">
                <a16:creationId xmlns:a16="http://schemas.microsoft.com/office/drawing/2014/main" id="{658542D3-7E45-6E46-8039-27C4C43DD617}"/>
              </a:ext>
            </a:extLst>
          </p:cNvPr>
          <p:cNvSpPr>
            <a:spLocks noGrp="1"/>
          </p:cNvSpPr>
          <p:nvPr>
            <p:ph type="body" sz="quarter" idx="16" hasCustomPrompt="1"/>
          </p:nvPr>
        </p:nvSpPr>
        <p:spPr>
          <a:xfrm>
            <a:off x="585897" y="5183249"/>
            <a:ext cx="3934345" cy="553998"/>
          </a:xfr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0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r>
              <a:rPr lang="ru-RU" sz="1000" dirty="0">
                <a:latin typeface="HSE Sans" panose="02000000000000000000" pitchFamily="2" charset="0"/>
              </a:rPr>
              <a:t>Примечания, или любая другая пояснительная или дополнительная информация набираются шрифтом размером 10 </a:t>
            </a:r>
            <a:r>
              <a:rPr lang="en-GB" sz="1000" dirty="0" err="1">
                <a:latin typeface="HSE Sans" panose="02000000000000000000" pitchFamily="2" charset="0"/>
              </a:rPr>
              <a:t>pt</a:t>
            </a:r>
            <a:endParaRPr lang="ru-RU" sz="1000" dirty="0">
              <a:latin typeface="HSE Sans" panose="02000000000000000000" pitchFamily="2" charset="0"/>
            </a:endParaRPr>
          </a:p>
        </p:txBody>
      </p:sp>
      <p:sp>
        <p:nvSpPr>
          <p:cNvPr id="21" name="Диаграмма 7">
            <a:extLst>
              <a:ext uri="{FF2B5EF4-FFF2-40B4-BE49-F238E27FC236}">
                <a16:creationId xmlns:a16="http://schemas.microsoft.com/office/drawing/2014/main" id="{57965DCA-4776-7546-97FD-A69317A34CF2}"/>
              </a:ext>
            </a:extLst>
          </p:cNvPr>
          <p:cNvSpPr>
            <a:spLocks noGrp="1"/>
          </p:cNvSpPr>
          <p:nvPr>
            <p:ph type="chart" sz="quarter" idx="10"/>
          </p:nvPr>
        </p:nvSpPr>
        <p:spPr>
          <a:xfrm>
            <a:off x="5272097" y="1447790"/>
            <a:ext cx="6371768" cy="4289457"/>
          </a:xfrm>
        </p:spPr>
        <p:txBody>
          <a:bodyPr/>
          <a:lstStyle/>
          <a:p>
            <a:endParaRPr lang="ru-RU"/>
          </a:p>
        </p:txBody>
      </p:sp>
    </p:spTree>
    <p:extLst>
      <p:ext uri="{BB962C8B-B14F-4D97-AF65-F5344CB8AC3E}">
        <p14:creationId xmlns:p14="http://schemas.microsoft.com/office/powerpoint/2010/main" val="25071134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График_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8" name="Picture 4" descr="Icon&#10;&#10;Description automatically generated">
            <a:extLst>
              <a:ext uri="{FF2B5EF4-FFF2-40B4-BE49-F238E27FC236}">
                <a16:creationId xmlns:a16="http://schemas.microsoft.com/office/drawing/2014/main" id="{11D7C3EB-CCEB-E142-9753-8B2D75A0A80D}"/>
              </a:ext>
            </a:extLst>
          </p:cNvPr>
          <p:cNvPicPr>
            <a:picLocks noChangeAspect="1"/>
          </p:cNvPicPr>
          <p:nvPr userDrawn="1"/>
        </p:nvPicPr>
        <p:blipFill>
          <a:blip r:embed="rId3"/>
          <a:stretch>
            <a:fillRect/>
          </a:stretch>
        </p:blipFill>
        <p:spPr>
          <a:xfrm>
            <a:off x="517199" y="464363"/>
            <a:ext cx="448276" cy="448276"/>
          </a:xfrm>
          <a:prstGeom prst="rect">
            <a:avLst/>
          </a:prstGeom>
        </p:spPr>
      </p:pic>
      <p:cxnSp>
        <p:nvCxnSpPr>
          <p:cNvPr id="9" name="Straight Connector 19">
            <a:extLst>
              <a:ext uri="{FF2B5EF4-FFF2-40B4-BE49-F238E27FC236}">
                <a16:creationId xmlns:a16="http://schemas.microsoft.com/office/drawing/2014/main" id="{527C9F89-51CC-D243-9351-73AB081DB944}"/>
              </a:ext>
            </a:extLst>
          </p:cNvPr>
          <p:cNvCxnSpPr>
            <a:cxnSpLocks/>
          </p:cNvCxnSpPr>
          <p:nvPr userDrawn="1"/>
        </p:nvCxnSpPr>
        <p:spPr>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0" name="Straight Connector 21">
            <a:extLst>
              <a:ext uri="{FF2B5EF4-FFF2-40B4-BE49-F238E27FC236}">
                <a16:creationId xmlns:a16="http://schemas.microsoft.com/office/drawing/2014/main" id="{F09EE119-6C80-E846-95F9-BB3907664128}"/>
              </a:ext>
            </a:extLst>
          </p:cNvPr>
          <p:cNvCxnSpPr>
            <a:cxnSpLocks/>
          </p:cNvCxnSpPr>
          <p:nvPr userDrawn="1"/>
        </p:nvCxnSpPr>
        <p:spPr>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1" name="Straight Connector 25">
            <a:extLst>
              <a:ext uri="{FF2B5EF4-FFF2-40B4-BE49-F238E27FC236}">
                <a16:creationId xmlns:a16="http://schemas.microsoft.com/office/drawing/2014/main" id="{6C0A681B-44BF-6A46-98D8-483EF13B9114}"/>
              </a:ext>
            </a:extLst>
          </p:cNvPr>
          <p:cNvCxnSpPr>
            <a:cxnSpLocks/>
          </p:cNvCxnSpPr>
          <p:nvPr userDrawn="1"/>
        </p:nvCxn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C65A5D7C-EB12-9D4D-A99A-4B26C81B7387}"/>
              </a:ext>
            </a:extLst>
          </p:cNvPr>
          <p:cNvSpPr txBox="1"/>
          <p:nvPr userDrawn="1"/>
        </p:nvSpPr>
        <p:spPr>
          <a:xfrm>
            <a:off x="10410201" y="532278"/>
            <a:ext cx="671977" cy="307777"/>
          </a:xfrm>
          <a:prstGeom prst="rect">
            <a:avLst/>
          </a:prstGeom>
          <a:noFill/>
        </p:spPr>
        <p:txBody>
          <a:bodyPr wrap="square" lIns="0" tIns="0" rIns="0" bIns="0" rtlCol="0">
            <a:spAutoFit/>
          </a:bodyPr>
          <a:lstStyle/>
          <a:p>
            <a:fld id="{32AF94B5-93D7-5247-B727-C7089232F508}" type="slidenum">
              <a:rPr lang="ru-RU" sz="2000" smtClean="0">
                <a:solidFill>
                  <a:srgbClr val="102D69"/>
                </a:solidFill>
                <a:latin typeface="HSE Sans" panose="02000000000000000000" pitchFamily="2" charset="0"/>
              </a:rPr>
              <a:t>‹#›</a:t>
            </a:fld>
            <a:endParaRPr lang="ru-RU" sz="2000" dirty="0">
              <a:solidFill>
                <a:srgbClr val="102D69"/>
              </a:solidFill>
              <a:latin typeface="HSE Sans" panose="02000000000000000000" pitchFamily="2" charset="0"/>
            </a:endParaRPr>
          </a:p>
        </p:txBody>
      </p:sp>
      <p:cxnSp>
        <p:nvCxnSpPr>
          <p:cNvPr id="13" name="Straight Connector 59">
            <a:extLst>
              <a:ext uri="{FF2B5EF4-FFF2-40B4-BE49-F238E27FC236}">
                <a16:creationId xmlns:a16="http://schemas.microsoft.com/office/drawing/2014/main" id="{D4C3D74D-BE91-9547-ADCA-ACCE93C18789}"/>
              </a:ext>
            </a:extLst>
          </p:cNvPr>
          <p:cNvCxnSpPr>
            <a:cxnSpLocks/>
          </p:cNvCxnSpPr>
          <p:nvPr userDrawn="1"/>
        </p:nvCxn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4" name="Текст 37">
            <a:extLst>
              <a:ext uri="{FF2B5EF4-FFF2-40B4-BE49-F238E27FC236}">
                <a16:creationId xmlns:a16="http://schemas.microsoft.com/office/drawing/2014/main" id="{3E0AB43B-5E98-6042-A282-C61E0C5A37B9}"/>
              </a:ext>
            </a:extLst>
          </p:cNvPr>
          <p:cNvSpPr>
            <a:spLocks noGrp="1"/>
          </p:cNvSpPr>
          <p:nvPr>
            <p:ph type="body" sz="quarter" idx="13" hasCustomPrompt="1"/>
          </p:nvPr>
        </p:nvSpPr>
        <p:spPr>
          <a:xfrm>
            <a:off x="1143689" y="540904"/>
            <a:ext cx="1901825" cy="415925"/>
          </a:xfr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a:latin typeface="HSE Sans" panose="02000000000000000000" pitchFamily="2" charset="0"/>
              </a:defRPr>
            </a:lvl1pPr>
            <a:lvl2pPr marL="457200" indent="0">
              <a:lnSpc>
                <a:spcPct val="100000"/>
              </a:lnSpc>
              <a:buNone/>
              <a:defRPr sz="1000" b="0" i="0">
                <a:latin typeface="HSE Sans" panose="02000000000000000000" pitchFamily="2" charset="0"/>
              </a:defRPr>
            </a:lvl2pPr>
            <a:lvl3pPr marL="914400" indent="0">
              <a:lnSpc>
                <a:spcPct val="100000"/>
              </a:lnSpc>
              <a:buNone/>
              <a:defRPr sz="1000" b="0" i="0">
                <a:latin typeface="HSE Sans" panose="02000000000000000000" pitchFamily="2" charset="0"/>
              </a:defRPr>
            </a:lvl3pPr>
            <a:lvl4pPr marL="1371600" indent="0">
              <a:lnSpc>
                <a:spcPct val="100000"/>
              </a:lnSpc>
              <a:buNone/>
              <a:defRPr sz="1000" b="0" i="0">
                <a:latin typeface="HSE Sans" panose="02000000000000000000" pitchFamily="2" charset="0"/>
              </a:defRPr>
            </a:lvl4pPr>
            <a:lvl5pPr marL="1828800" indent="0">
              <a:lnSpc>
                <a:spcPct val="100000"/>
              </a:lnSpc>
              <a:buNone/>
              <a:defRPr sz="1000" b="0" i="0">
                <a:latin typeface="HSE Sans" panose="02000000000000000000" pitchFamily="2" charset="0"/>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ru-RU" sz="1000" dirty="0">
                <a:latin typeface="HSE Sans" panose="02000000000000000000" pitchFamily="2" charset="0"/>
              </a:rPr>
              <a:t>Название подразделения</a:t>
            </a:r>
            <a:br>
              <a:rPr lang="ru-RU" sz="1000" dirty="0">
                <a:latin typeface="HSE Sans" panose="02000000000000000000" pitchFamily="2" charset="0"/>
              </a:rPr>
            </a:br>
            <a:r>
              <a:rPr lang="ru-RU" sz="1000" dirty="0">
                <a:latin typeface="HSE Sans" panose="02000000000000000000" pitchFamily="2" charset="0"/>
              </a:rPr>
              <a:t>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5" name="Текст 39">
            <a:extLst>
              <a:ext uri="{FF2B5EF4-FFF2-40B4-BE49-F238E27FC236}">
                <a16:creationId xmlns:a16="http://schemas.microsoft.com/office/drawing/2014/main" id="{7388A8DF-D130-5445-A3F8-F96E1202BA19}"/>
              </a:ext>
            </a:extLst>
          </p:cNvPr>
          <p:cNvSpPr>
            <a:spLocks noGrp="1"/>
          </p:cNvSpPr>
          <p:nvPr>
            <p:ph type="body" sz="quarter" idx="14" hasCustomPrompt="1"/>
          </p:nvPr>
        </p:nvSpPr>
        <p:spPr>
          <a:xfrm>
            <a:off x="3459163"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презентации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7" name="Текст 39">
            <a:extLst>
              <a:ext uri="{FF2B5EF4-FFF2-40B4-BE49-F238E27FC236}">
                <a16:creationId xmlns:a16="http://schemas.microsoft.com/office/drawing/2014/main" id="{02CBC466-1703-7541-94E4-AC76F4E6D938}"/>
              </a:ext>
            </a:extLst>
          </p:cNvPr>
          <p:cNvSpPr>
            <a:spLocks noGrp="1"/>
          </p:cNvSpPr>
          <p:nvPr>
            <p:ph type="body" sz="quarter" idx="15" hasCustomPrompt="1"/>
          </p:nvPr>
        </p:nvSpPr>
        <p:spPr>
          <a:xfrm>
            <a:off x="6259892"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раздела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20" name="Текст 35">
            <a:extLst>
              <a:ext uri="{FF2B5EF4-FFF2-40B4-BE49-F238E27FC236}">
                <a16:creationId xmlns:a16="http://schemas.microsoft.com/office/drawing/2014/main" id="{5812BF3C-1D24-3640-84D2-BFFCA525AE5F}"/>
              </a:ext>
            </a:extLst>
          </p:cNvPr>
          <p:cNvSpPr>
            <a:spLocks noGrp="1"/>
          </p:cNvSpPr>
          <p:nvPr>
            <p:ph type="body" sz="quarter" idx="16" hasCustomPrompt="1"/>
          </p:nvPr>
        </p:nvSpPr>
        <p:spPr>
          <a:xfrm>
            <a:off x="585897" y="5183249"/>
            <a:ext cx="3934345" cy="553998"/>
          </a:xfr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0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r>
              <a:rPr lang="ru-RU" sz="1000" dirty="0">
                <a:latin typeface="HSE Sans" panose="02000000000000000000" pitchFamily="2" charset="0"/>
              </a:rPr>
              <a:t>Примечания, или любая другая пояснительная или дополнительная информация набираются шрифтом размером 10 </a:t>
            </a:r>
            <a:r>
              <a:rPr lang="en-GB" sz="1000" dirty="0" err="1">
                <a:latin typeface="HSE Sans" panose="02000000000000000000" pitchFamily="2" charset="0"/>
              </a:rPr>
              <a:t>pt</a:t>
            </a:r>
            <a:endParaRPr lang="ru-RU" sz="1000" dirty="0">
              <a:latin typeface="HSE Sans" panose="02000000000000000000" pitchFamily="2" charset="0"/>
            </a:endParaRPr>
          </a:p>
        </p:txBody>
      </p:sp>
      <p:sp>
        <p:nvSpPr>
          <p:cNvPr id="21" name="Диаграмма 7">
            <a:extLst>
              <a:ext uri="{FF2B5EF4-FFF2-40B4-BE49-F238E27FC236}">
                <a16:creationId xmlns:a16="http://schemas.microsoft.com/office/drawing/2014/main" id="{BCBBDD44-9DC9-F74E-979F-120A7BBD4EE1}"/>
              </a:ext>
            </a:extLst>
          </p:cNvPr>
          <p:cNvSpPr>
            <a:spLocks noGrp="1"/>
          </p:cNvSpPr>
          <p:nvPr>
            <p:ph type="chart" sz="quarter" idx="10"/>
          </p:nvPr>
        </p:nvSpPr>
        <p:spPr>
          <a:xfrm>
            <a:off x="5272097" y="1447790"/>
            <a:ext cx="6371768" cy="4289457"/>
          </a:xfrm>
        </p:spPr>
        <p:txBody>
          <a:bodyPr/>
          <a:lstStyle/>
          <a:p>
            <a:endParaRPr lang="ru-RU"/>
          </a:p>
        </p:txBody>
      </p:sp>
      <p:sp>
        <p:nvSpPr>
          <p:cNvPr id="23" name="Текст 22">
            <a:extLst>
              <a:ext uri="{FF2B5EF4-FFF2-40B4-BE49-F238E27FC236}">
                <a16:creationId xmlns:a16="http://schemas.microsoft.com/office/drawing/2014/main" id="{7C68DF7B-E804-E44B-83DF-5DC36AF76F43}"/>
              </a:ext>
            </a:extLst>
          </p:cNvPr>
          <p:cNvSpPr>
            <a:spLocks noGrp="1"/>
          </p:cNvSpPr>
          <p:nvPr>
            <p:ph type="body" sz="quarter" idx="17" hasCustomPrompt="1"/>
          </p:nvPr>
        </p:nvSpPr>
        <p:spPr>
          <a:xfrm>
            <a:off x="585788" y="1447064"/>
            <a:ext cx="4322762" cy="703205"/>
          </a:xfrm>
        </p:spPr>
        <p:txBody>
          <a:bodyPr>
            <a:noAutofit/>
          </a:bodyPr>
          <a:lstStyle>
            <a:lvl1pPr marL="0" indent="0">
              <a:buNone/>
              <a:defRPr sz="1600" b="0" i="0">
                <a:solidFill>
                  <a:srgbClr val="0E2D69"/>
                </a:solidFill>
                <a:latin typeface="HSE Sans" panose="02000000000000000000" pitchFamily="2" charset="0"/>
              </a:defRPr>
            </a:lvl1pPr>
            <a:lvl2pPr>
              <a:defRPr sz="1600" b="0" i="0">
                <a:solidFill>
                  <a:srgbClr val="0E2D69"/>
                </a:solidFill>
                <a:latin typeface="HSE Sans" panose="02000000000000000000" pitchFamily="2" charset="0"/>
              </a:defRPr>
            </a:lvl2pPr>
            <a:lvl3pPr>
              <a:defRPr sz="1600" b="0" i="0">
                <a:solidFill>
                  <a:srgbClr val="0E2D69"/>
                </a:solidFill>
                <a:latin typeface="HSE Sans" panose="02000000000000000000" pitchFamily="2" charset="0"/>
              </a:defRPr>
            </a:lvl3pPr>
            <a:lvl4pPr>
              <a:defRPr sz="1600" b="0" i="0">
                <a:solidFill>
                  <a:srgbClr val="0E2D69"/>
                </a:solidFill>
                <a:latin typeface="HSE Sans" panose="02000000000000000000" pitchFamily="2" charset="0"/>
              </a:defRPr>
            </a:lvl4pPr>
            <a:lvl5pPr>
              <a:defRPr sz="1600" b="0" i="0">
                <a:solidFill>
                  <a:srgbClr val="0E2D69"/>
                </a:solidFill>
                <a:latin typeface="HSE Sans" panose="02000000000000000000" pitchFamily="2" charset="0"/>
              </a:defRPr>
            </a:lvl5pPr>
          </a:lstStyle>
          <a:p>
            <a:r>
              <a:rPr lang="ru-RU" sz="1600" dirty="0">
                <a:solidFill>
                  <a:srgbClr val="102D69"/>
                </a:solidFill>
                <a:latin typeface="HSE Sans" panose="02000000000000000000" pitchFamily="2" charset="0"/>
              </a:rPr>
              <a:t>Название графика. Обратите внимание, что название графика набирается меньшим кеглем, чем заголовок</a:t>
            </a:r>
            <a:r>
              <a:rPr lang="en-GB" sz="1600" dirty="0">
                <a:solidFill>
                  <a:srgbClr val="102D69"/>
                </a:solidFill>
                <a:latin typeface="HSE Sans" panose="02000000000000000000" pitchFamily="2" charset="0"/>
              </a:rPr>
              <a:t> (16pt)</a:t>
            </a:r>
            <a:endParaRPr lang="ru-RU" sz="1600" dirty="0">
              <a:solidFill>
                <a:srgbClr val="102D69"/>
              </a:solidFill>
              <a:latin typeface="HSE Sans" panose="02000000000000000000" pitchFamily="2" charset="0"/>
            </a:endParaRPr>
          </a:p>
        </p:txBody>
      </p:sp>
      <p:sp>
        <p:nvSpPr>
          <p:cNvPr id="28" name="Текст 35">
            <a:extLst>
              <a:ext uri="{FF2B5EF4-FFF2-40B4-BE49-F238E27FC236}">
                <a16:creationId xmlns:a16="http://schemas.microsoft.com/office/drawing/2014/main" id="{89E931D8-2901-A54D-86EA-096E47B81880}"/>
              </a:ext>
            </a:extLst>
          </p:cNvPr>
          <p:cNvSpPr>
            <a:spLocks noGrp="1"/>
          </p:cNvSpPr>
          <p:nvPr>
            <p:ph type="body" sz="quarter" idx="12" hasCustomPrompt="1"/>
          </p:nvPr>
        </p:nvSpPr>
        <p:spPr>
          <a:xfrm>
            <a:off x="585898" y="2379663"/>
            <a:ext cx="4322531" cy="2399371"/>
          </a:xfr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r>
              <a:rPr lang="en-GB" sz="1300" dirty="0">
                <a:latin typeface="HSE Sans" panose="02000000000000000000" pitchFamily="2" charset="0"/>
              </a:rPr>
              <a:t>Lorem ipsum </a:t>
            </a:r>
            <a:r>
              <a:rPr lang="en-GB" sz="1300" dirty="0" err="1">
                <a:latin typeface="HSE Sans" panose="02000000000000000000" pitchFamily="2" charset="0"/>
              </a:rPr>
              <a:t>dolor</a:t>
            </a:r>
            <a:r>
              <a:rPr lang="en-GB" sz="1300" dirty="0">
                <a:latin typeface="HSE Sans" panose="02000000000000000000" pitchFamily="2" charset="0"/>
              </a:rPr>
              <a:t> sit </a:t>
            </a:r>
            <a:r>
              <a:rPr lang="en-GB" sz="1300" dirty="0" err="1">
                <a:latin typeface="HSE Sans" panose="02000000000000000000" pitchFamily="2" charset="0"/>
              </a:rPr>
              <a:t>amet</a:t>
            </a:r>
            <a:r>
              <a:rPr lang="en-GB" sz="1300" dirty="0">
                <a:latin typeface="HSE Sans" panose="02000000000000000000" pitchFamily="2" charset="0"/>
              </a:rPr>
              <a:t>, </a:t>
            </a:r>
            <a:r>
              <a:rPr lang="en-GB" sz="1300" dirty="0" err="1">
                <a:latin typeface="HSE Sans" panose="02000000000000000000" pitchFamily="2" charset="0"/>
              </a:rPr>
              <a:t>consectetur</a:t>
            </a:r>
            <a:r>
              <a:rPr lang="en-GB" sz="1300" dirty="0">
                <a:latin typeface="HSE Sans" panose="02000000000000000000" pitchFamily="2" charset="0"/>
              </a:rPr>
              <a:t> </a:t>
            </a:r>
            <a:r>
              <a:rPr lang="en-GB" sz="1300" dirty="0" err="1">
                <a:latin typeface="HSE Sans" panose="02000000000000000000" pitchFamily="2" charset="0"/>
              </a:rPr>
              <a:t>adipiscing</a:t>
            </a:r>
            <a:r>
              <a:rPr lang="en-GB" sz="1300" dirty="0">
                <a:latin typeface="HSE Sans" panose="02000000000000000000" pitchFamily="2" charset="0"/>
              </a:rPr>
              <a:t> </a:t>
            </a:r>
            <a:r>
              <a:rPr lang="en-GB" sz="1300" dirty="0" err="1">
                <a:latin typeface="HSE Sans" panose="02000000000000000000" pitchFamily="2" charset="0"/>
              </a:rPr>
              <a:t>elit</a:t>
            </a:r>
            <a:r>
              <a:rPr lang="en-GB" sz="1300" dirty="0">
                <a:latin typeface="HSE Sans" panose="02000000000000000000" pitchFamily="2" charset="0"/>
              </a:rPr>
              <a:t>, </a:t>
            </a:r>
            <a:r>
              <a:rPr lang="en-GB" sz="1300" dirty="0" err="1">
                <a:latin typeface="HSE Sans" panose="02000000000000000000" pitchFamily="2" charset="0"/>
              </a:rPr>
              <a:t>sed</a:t>
            </a:r>
            <a:r>
              <a:rPr lang="en-GB" sz="1300" dirty="0">
                <a:latin typeface="HSE Sans" panose="02000000000000000000" pitchFamily="2" charset="0"/>
              </a:rPr>
              <a:t> do </a:t>
            </a:r>
            <a:r>
              <a:rPr lang="en-GB" sz="1300" dirty="0" err="1">
                <a:latin typeface="HSE Sans" panose="02000000000000000000" pitchFamily="2" charset="0"/>
              </a:rPr>
              <a:t>eiusmod</a:t>
            </a:r>
            <a:r>
              <a:rPr lang="en-GB" sz="1300" dirty="0">
                <a:latin typeface="HSE Sans" panose="02000000000000000000" pitchFamily="2" charset="0"/>
              </a:rPr>
              <a:t> </a:t>
            </a:r>
            <a:r>
              <a:rPr lang="en-GB" sz="1300" dirty="0" err="1">
                <a:latin typeface="HSE Sans" panose="02000000000000000000" pitchFamily="2" charset="0"/>
              </a:rPr>
              <a:t>tempor</a:t>
            </a:r>
            <a:r>
              <a:rPr lang="en-GB" sz="1300" dirty="0">
                <a:latin typeface="HSE Sans" panose="02000000000000000000" pitchFamily="2" charset="0"/>
              </a:rPr>
              <a:t> </a:t>
            </a:r>
            <a:r>
              <a:rPr lang="en-GB" sz="1300" dirty="0" err="1">
                <a:latin typeface="HSE Sans" panose="02000000000000000000" pitchFamily="2" charset="0"/>
              </a:rPr>
              <a:t>incididunt</a:t>
            </a:r>
            <a:r>
              <a:rPr lang="en-GB" sz="1300" dirty="0">
                <a:latin typeface="HSE Sans" panose="02000000000000000000" pitchFamily="2" charset="0"/>
              </a:rPr>
              <a:t> </a:t>
            </a:r>
            <a:r>
              <a:rPr lang="en-GB" sz="1300" dirty="0" err="1">
                <a:latin typeface="HSE Sans" panose="02000000000000000000" pitchFamily="2" charset="0"/>
              </a:rPr>
              <a:t>ut</a:t>
            </a:r>
            <a:r>
              <a:rPr lang="en-GB" sz="1300" dirty="0">
                <a:latin typeface="HSE Sans" panose="02000000000000000000" pitchFamily="2" charset="0"/>
              </a:rPr>
              <a:t> </a:t>
            </a:r>
            <a:r>
              <a:rPr lang="en-GB" sz="1300" dirty="0" err="1">
                <a:latin typeface="HSE Sans" panose="02000000000000000000" pitchFamily="2" charset="0"/>
              </a:rPr>
              <a:t>labore</a:t>
            </a:r>
            <a:r>
              <a:rPr lang="en-GB" sz="1300" dirty="0">
                <a:latin typeface="HSE Sans" panose="02000000000000000000" pitchFamily="2" charset="0"/>
              </a:rPr>
              <a:t> et dolore magna </a:t>
            </a:r>
            <a:r>
              <a:rPr lang="en-GB" sz="1300" dirty="0" err="1">
                <a:latin typeface="HSE Sans" panose="02000000000000000000" pitchFamily="2" charset="0"/>
              </a:rPr>
              <a:t>aliqua</a:t>
            </a:r>
            <a:r>
              <a:rPr lang="en-GB" sz="1300" dirty="0">
                <a:latin typeface="HSE Sans" panose="02000000000000000000" pitchFamily="2" charset="0"/>
              </a:rPr>
              <a:t>. Ut </a:t>
            </a:r>
            <a:r>
              <a:rPr lang="en-GB" sz="1300" dirty="0" err="1">
                <a:latin typeface="HSE Sans" panose="02000000000000000000" pitchFamily="2" charset="0"/>
              </a:rPr>
              <a:t>enim</a:t>
            </a:r>
            <a:r>
              <a:rPr lang="en-GB" sz="1300" dirty="0">
                <a:latin typeface="HSE Sans" panose="02000000000000000000" pitchFamily="2" charset="0"/>
              </a:rPr>
              <a:t> ad minim </a:t>
            </a:r>
            <a:r>
              <a:rPr lang="en-GB" sz="1300" dirty="0" err="1">
                <a:latin typeface="HSE Sans" panose="02000000000000000000" pitchFamily="2" charset="0"/>
              </a:rPr>
              <a:t>veniam</a:t>
            </a:r>
            <a:r>
              <a:rPr lang="en-GB" sz="1300" dirty="0">
                <a:latin typeface="HSE Sans" panose="02000000000000000000" pitchFamily="2" charset="0"/>
              </a:rPr>
              <a:t>, </a:t>
            </a:r>
            <a:r>
              <a:rPr lang="en-GB" sz="1300" dirty="0" err="1">
                <a:latin typeface="HSE Sans" panose="02000000000000000000" pitchFamily="2" charset="0"/>
              </a:rPr>
              <a:t>quis</a:t>
            </a:r>
            <a:r>
              <a:rPr lang="en-GB" sz="1300" dirty="0">
                <a:latin typeface="HSE Sans" panose="02000000000000000000" pitchFamily="2" charset="0"/>
              </a:rPr>
              <a:t> </a:t>
            </a:r>
            <a:r>
              <a:rPr lang="en-GB" sz="1300" dirty="0" err="1">
                <a:latin typeface="HSE Sans" panose="02000000000000000000" pitchFamily="2" charset="0"/>
              </a:rPr>
              <a:t>nostrud</a:t>
            </a:r>
            <a:r>
              <a:rPr lang="en-GB" sz="1300" dirty="0">
                <a:latin typeface="HSE Sans" panose="02000000000000000000" pitchFamily="2" charset="0"/>
              </a:rPr>
              <a:t> exercitation </a:t>
            </a:r>
            <a:r>
              <a:rPr lang="en-GB" sz="1300" dirty="0" err="1">
                <a:latin typeface="HSE Sans" panose="02000000000000000000" pitchFamily="2" charset="0"/>
              </a:rPr>
              <a:t>ullamco</a:t>
            </a:r>
            <a:r>
              <a:rPr lang="en-GB" sz="1300" dirty="0">
                <a:latin typeface="HSE Sans" panose="02000000000000000000" pitchFamily="2" charset="0"/>
              </a:rPr>
              <a:t> </a:t>
            </a:r>
            <a:r>
              <a:rPr lang="en-GB" sz="1300" dirty="0" err="1">
                <a:latin typeface="HSE Sans" panose="02000000000000000000" pitchFamily="2" charset="0"/>
              </a:rPr>
              <a:t>laboris</a:t>
            </a:r>
            <a:r>
              <a:rPr lang="en-GB" sz="1300" dirty="0">
                <a:latin typeface="HSE Sans" panose="02000000000000000000" pitchFamily="2" charset="0"/>
              </a:rPr>
              <a:t> nisi </a:t>
            </a:r>
            <a:r>
              <a:rPr lang="en-GB" sz="1300" dirty="0" err="1">
                <a:latin typeface="HSE Sans" panose="02000000000000000000" pitchFamily="2" charset="0"/>
              </a:rPr>
              <a:t>ut</a:t>
            </a:r>
            <a:r>
              <a:rPr lang="en-GB" sz="1300" dirty="0">
                <a:latin typeface="HSE Sans" panose="02000000000000000000" pitchFamily="2" charset="0"/>
              </a:rPr>
              <a:t> </a:t>
            </a:r>
            <a:r>
              <a:rPr lang="en-GB" sz="1300" dirty="0" err="1">
                <a:latin typeface="HSE Sans" panose="02000000000000000000" pitchFamily="2" charset="0"/>
              </a:rPr>
              <a:t>aliquip</a:t>
            </a:r>
            <a:r>
              <a:rPr lang="en-GB" sz="1300" dirty="0">
                <a:latin typeface="HSE Sans" panose="02000000000000000000" pitchFamily="2" charset="0"/>
              </a:rPr>
              <a:t> ex </a:t>
            </a:r>
            <a:r>
              <a:rPr lang="en-GB" sz="1300" dirty="0" err="1">
                <a:latin typeface="HSE Sans" panose="02000000000000000000" pitchFamily="2" charset="0"/>
              </a:rPr>
              <a:t>ea</a:t>
            </a:r>
            <a:r>
              <a:rPr lang="en-GB" sz="1300" dirty="0">
                <a:latin typeface="HSE Sans" panose="02000000000000000000" pitchFamily="2" charset="0"/>
              </a:rPr>
              <a:t> </a:t>
            </a:r>
            <a:r>
              <a:rPr lang="en-GB" sz="1300" dirty="0" err="1">
                <a:latin typeface="HSE Sans" panose="02000000000000000000" pitchFamily="2" charset="0"/>
              </a:rPr>
              <a:t>commodo</a:t>
            </a:r>
            <a:r>
              <a:rPr lang="en-GB" sz="1300" dirty="0">
                <a:latin typeface="HSE Sans" panose="02000000000000000000" pitchFamily="2" charset="0"/>
              </a:rPr>
              <a:t> </a:t>
            </a:r>
            <a:r>
              <a:rPr lang="en-GB" sz="1300" dirty="0" err="1">
                <a:latin typeface="HSE Sans" panose="02000000000000000000" pitchFamily="2" charset="0"/>
              </a:rPr>
              <a:t>consequat</a:t>
            </a:r>
            <a:r>
              <a:rPr lang="en-GB" sz="1300" dirty="0">
                <a:latin typeface="HSE Sans" panose="02000000000000000000" pitchFamily="2" charset="0"/>
              </a:rPr>
              <a:t>. Duis </a:t>
            </a:r>
            <a:r>
              <a:rPr lang="en-GB" sz="1300" dirty="0" err="1">
                <a:latin typeface="HSE Sans" panose="02000000000000000000" pitchFamily="2" charset="0"/>
              </a:rPr>
              <a:t>aute</a:t>
            </a:r>
            <a:r>
              <a:rPr lang="en-GB" sz="1300" dirty="0">
                <a:latin typeface="HSE Sans" panose="02000000000000000000" pitchFamily="2" charset="0"/>
              </a:rPr>
              <a:t> </a:t>
            </a:r>
            <a:r>
              <a:rPr lang="en-GB" sz="1300" dirty="0" err="1">
                <a:latin typeface="HSE Sans" panose="02000000000000000000" pitchFamily="2" charset="0"/>
              </a:rPr>
              <a:t>irure</a:t>
            </a:r>
            <a:r>
              <a:rPr lang="en-GB" sz="1300" dirty="0">
                <a:latin typeface="HSE Sans" panose="02000000000000000000" pitchFamily="2" charset="0"/>
              </a:rPr>
              <a:t> </a:t>
            </a:r>
            <a:r>
              <a:rPr lang="en-GB" sz="1300" dirty="0" err="1">
                <a:latin typeface="HSE Sans" panose="02000000000000000000" pitchFamily="2" charset="0"/>
              </a:rPr>
              <a:t>dolor</a:t>
            </a:r>
            <a:r>
              <a:rPr lang="en-GB" sz="1300" dirty="0">
                <a:latin typeface="HSE Sans" panose="02000000000000000000" pitchFamily="2" charset="0"/>
              </a:rPr>
              <a:t> in </a:t>
            </a:r>
            <a:r>
              <a:rPr lang="en-GB" sz="1300" dirty="0" err="1">
                <a:latin typeface="HSE Sans" panose="02000000000000000000" pitchFamily="2" charset="0"/>
              </a:rPr>
              <a:t>reprehenderit</a:t>
            </a:r>
            <a:r>
              <a:rPr lang="en-GB" sz="1300" dirty="0">
                <a:latin typeface="HSE Sans" panose="02000000000000000000" pitchFamily="2" charset="0"/>
              </a:rPr>
              <a:t> in </a:t>
            </a:r>
            <a:r>
              <a:rPr lang="en-GB" sz="1300" dirty="0" err="1">
                <a:latin typeface="HSE Sans" panose="02000000000000000000" pitchFamily="2" charset="0"/>
              </a:rPr>
              <a:t>voluptate</a:t>
            </a:r>
            <a:r>
              <a:rPr lang="en-GB" sz="1300" dirty="0">
                <a:latin typeface="HSE Sans" panose="02000000000000000000" pitchFamily="2" charset="0"/>
              </a:rPr>
              <a:t> </a:t>
            </a:r>
            <a:r>
              <a:rPr lang="en-GB" sz="1300" dirty="0" err="1">
                <a:latin typeface="HSE Sans" panose="02000000000000000000" pitchFamily="2" charset="0"/>
              </a:rPr>
              <a:t>velit</a:t>
            </a:r>
            <a:r>
              <a:rPr lang="en-GB" sz="1300" dirty="0">
                <a:latin typeface="HSE Sans" panose="02000000000000000000" pitchFamily="2" charset="0"/>
              </a:rPr>
              <a:t> </a:t>
            </a:r>
            <a:r>
              <a:rPr lang="en-GB" sz="1300" dirty="0" err="1">
                <a:latin typeface="HSE Sans" panose="02000000000000000000" pitchFamily="2" charset="0"/>
              </a:rPr>
              <a:t>esse</a:t>
            </a:r>
            <a:r>
              <a:rPr lang="en-GB" sz="1300" dirty="0">
                <a:latin typeface="HSE Sans" panose="02000000000000000000" pitchFamily="2" charset="0"/>
              </a:rPr>
              <a:t> </a:t>
            </a:r>
            <a:r>
              <a:rPr lang="en-GB" sz="1300" dirty="0" err="1">
                <a:latin typeface="HSE Sans" panose="02000000000000000000" pitchFamily="2" charset="0"/>
              </a:rPr>
              <a:t>cillum</a:t>
            </a:r>
            <a:r>
              <a:rPr lang="en-GB" sz="1300" dirty="0">
                <a:latin typeface="HSE Sans" panose="02000000000000000000" pitchFamily="2" charset="0"/>
              </a:rPr>
              <a:t> dolore </a:t>
            </a:r>
            <a:r>
              <a:rPr lang="en-GB" sz="1300" dirty="0" err="1">
                <a:latin typeface="HSE Sans" panose="02000000000000000000" pitchFamily="2" charset="0"/>
              </a:rPr>
              <a:t>eu</a:t>
            </a:r>
            <a:r>
              <a:rPr lang="en-GB" sz="1300" dirty="0">
                <a:latin typeface="HSE Sans" panose="02000000000000000000" pitchFamily="2" charset="0"/>
              </a:rPr>
              <a:t> </a:t>
            </a:r>
            <a:r>
              <a:rPr lang="en-GB" sz="1300" dirty="0" err="1">
                <a:latin typeface="HSE Sans" panose="02000000000000000000" pitchFamily="2" charset="0"/>
              </a:rPr>
              <a:t>fugiat</a:t>
            </a:r>
            <a:r>
              <a:rPr lang="en-GB" sz="1300" dirty="0">
                <a:latin typeface="HSE Sans" panose="02000000000000000000" pitchFamily="2" charset="0"/>
              </a:rPr>
              <a:t> </a:t>
            </a:r>
            <a:r>
              <a:rPr lang="en-GB" sz="1300" dirty="0" err="1">
                <a:latin typeface="HSE Sans" panose="02000000000000000000" pitchFamily="2" charset="0"/>
              </a:rPr>
              <a:t>nulla</a:t>
            </a:r>
            <a:r>
              <a:rPr lang="en-GB" sz="1300" dirty="0">
                <a:latin typeface="HSE Sans" panose="02000000000000000000" pitchFamily="2" charset="0"/>
              </a:rPr>
              <a:t> </a:t>
            </a:r>
            <a:r>
              <a:rPr lang="en-GB" sz="1300" dirty="0" err="1">
                <a:latin typeface="HSE Sans" panose="02000000000000000000" pitchFamily="2" charset="0"/>
              </a:rPr>
              <a:t>pariatur</a:t>
            </a:r>
            <a:r>
              <a:rPr lang="en-GB" sz="1300" dirty="0">
                <a:latin typeface="HSE Sans" panose="02000000000000000000" pitchFamily="2" charset="0"/>
              </a:rPr>
              <a:t>. </a:t>
            </a:r>
            <a:r>
              <a:rPr lang="en-GB" sz="1300" dirty="0" err="1">
                <a:latin typeface="HSE Sans" panose="02000000000000000000" pitchFamily="2" charset="0"/>
              </a:rPr>
              <a:t>Excepteur</a:t>
            </a:r>
            <a:r>
              <a:rPr lang="en-GB" sz="1300" dirty="0">
                <a:latin typeface="HSE Sans" panose="02000000000000000000" pitchFamily="2" charset="0"/>
              </a:rPr>
              <a:t> </a:t>
            </a:r>
            <a:r>
              <a:rPr lang="en-GB" sz="1300" dirty="0" err="1">
                <a:latin typeface="HSE Sans" panose="02000000000000000000" pitchFamily="2" charset="0"/>
              </a:rPr>
              <a:t>sint</a:t>
            </a:r>
            <a:r>
              <a:rPr lang="en-GB" sz="1300" dirty="0">
                <a:latin typeface="HSE Sans" panose="02000000000000000000" pitchFamily="2" charset="0"/>
              </a:rPr>
              <a:t> </a:t>
            </a:r>
            <a:r>
              <a:rPr lang="en-GB" sz="1300" dirty="0" err="1">
                <a:latin typeface="HSE Sans" panose="02000000000000000000" pitchFamily="2" charset="0"/>
              </a:rPr>
              <a:t>occaecat</a:t>
            </a:r>
            <a:r>
              <a:rPr lang="en-GB" sz="1300" dirty="0">
                <a:latin typeface="HSE Sans" panose="02000000000000000000" pitchFamily="2" charset="0"/>
              </a:rPr>
              <a:t> </a:t>
            </a:r>
            <a:r>
              <a:rPr lang="en-GB" sz="1300" dirty="0" err="1">
                <a:latin typeface="HSE Sans" panose="02000000000000000000" pitchFamily="2" charset="0"/>
              </a:rPr>
              <a:t>cupidatat</a:t>
            </a:r>
            <a:r>
              <a:rPr lang="en-GB" sz="1300" dirty="0">
                <a:latin typeface="HSE Sans" panose="02000000000000000000" pitchFamily="2" charset="0"/>
              </a:rPr>
              <a:t> non </a:t>
            </a:r>
            <a:r>
              <a:rPr lang="en-GB" sz="1300" dirty="0" err="1">
                <a:latin typeface="HSE Sans" panose="02000000000000000000" pitchFamily="2" charset="0"/>
              </a:rPr>
              <a:t>proident</a:t>
            </a:r>
            <a:r>
              <a:rPr lang="en-GB" sz="1300" dirty="0">
                <a:latin typeface="HSE Sans" panose="02000000000000000000" pitchFamily="2" charset="0"/>
              </a:rPr>
              <a:t>, sunt in culpa qui </a:t>
            </a:r>
            <a:r>
              <a:rPr lang="en-GB" sz="1300" dirty="0" err="1">
                <a:latin typeface="HSE Sans" panose="02000000000000000000" pitchFamily="2" charset="0"/>
              </a:rPr>
              <a:t>officia</a:t>
            </a:r>
            <a:r>
              <a:rPr lang="en-GB" sz="1300" dirty="0">
                <a:latin typeface="HSE Sans" panose="02000000000000000000" pitchFamily="2" charset="0"/>
              </a:rPr>
              <a:t> </a:t>
            </a:r>
            <a:r>
              <a:rPr lang="en-GB" sz="1300" dirty="0" err="1">
                <a:latin typeface="HSE Sans" panose="02000000000000000000" pitchFamily="2" charset="0"/>
              </a:rPr>
              <a:t>deserunt</a:t>
            </a:r>
            <a:r>
              <a:rPr lang="en-GB" sz="1300" dirty="0">
                <a:latin typeface="HSE Sans" panose="02000000000000000000" pitchFamily="2" charset="0"/>
              </a:rPr>
              <a:t> </a:t>
            </a:r>
            <a:r>
              <a:rPr lang="en-GB" sz="1300" dirty="0" err="1">
                <a:latin typeface="HSE Sans" panose="02000000000000000000" pitchFamily="2" charset="0"/>
              </a:rPr>
              <a:t>mollit</a:t>
            </a:r>
            <a:r>
              <a:rPr lang="en-GB" sz="1300" dirty="0">
                <a:latin typeface="HSE Sans" panose="02000000000000000000" pitchFamily="2" charset="0"/>
              </a:rPr>
              <a:t> </a:t>
            </a:r>
            <a:r>
              <a:rPr lang="en-GB" sz="1300" dirty="0" err="1">
                <a:latin typeface="HSE Sans" panose="02000000000000000000" pitchFamily="2" charset="0"/>
              </a:rPr>
              <a:t>anim</a:t>
            </a:r>
            <a:r>
              <a:rPr lang="en-GB" sz="1300" dirty="0">
                <a:latin typeface="HSE Sans" panose="02000000000000000000" pitchFamily="2" charset="0"/>
              </a:rPr>
              <a:t> id </a:t>
            </a:r>
            <a:r>
              <a:rPr lang="en-GB" sz="1300" dirty="0" err="1">
                <a:latin typeface="HSE Sans" panose="02000000000000000000" pitchFamily="2" charset="0"/>
              </a:rPr>
              <a:t>est</a:t>
            </a:r>
            <a:r>
              <a:rPr lang="en-GB" sz="1300" dirty="0">
                <a:latin typeface="HSE Sans" panose="02000000000000000000" pitchFamily="2" charset="0"/>
              </a:rPr>
              <a:t> </a:t>
            </a:r>
            <a:r>
              <a:rPr lang="en-GB" sz="1300" dirty="0" err="1">
                <a:latin typeface="HSE Sans" panose="02000000000000000000" pitchFamily="2" charset="0"/>
              </a:rPr>
              <a:t>laborum</a:t>
            </a:r>
            <a:r>
              <a:rPr lang="en-GB" sz="1300" dirty="0">
                <a:latin typeface="HSE Sans" panose="02000000000000000000" pitchFamily="2" charset="0"/>
              </a:rPr>
              <a:t>.</a:t>
            </a:r>
            <a:endParaRPr lang="ru-RU" sz="1300" dirty="0">
              <a:latin typeface="HSE Sans" panose="02000000000000000000" pitchFamily="2" charset="0"/>
            </a:endParaRPr>
          </a:p>
        </p:txBody>
      </p:sp>
    </p:spTree>
    <p:extLst>
      <p:ext uri="{BB962C8B-B14F-4D97-AF65-F5344CB8AC3E}">
        <p14:creationId xmlns:p14="http://schemas.microsoft.com/office/powerpoint/2010/main" val="7648898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Цифры">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6" name="Picture 4" descr="Icon&#10;&#10;Description automatically generated">
            <a:extLst>
              <a:ext uri="{FF2B5EF4-FFF2-40B4-BE49-F238E27FC236}">
                <a16:creationId xmlns:a16="http://schemas.microsoft.com/office/drawing/2014/main" id="{E9A64721-E55E-8749-B29E-51DD8955936F}"/>
              </a:ext>
            </a:extLst>
          </p:cNvPr>
          <p:cNvPicPr>
            <a:picLocks noChangeAspect="1"/>
          </p:cNvPicPr>
          <p:nvPr userDrawn="1"/>
        </p:nvPicPr>
        <p:blipFill>
          <a:blip r:embed="rId3"/>
          <a:stretch>
            <a:fillRect/>
          </a:stretch>
        </p:blipFill>
        <p:spPr>
          <a:xfrm>
            <a:off x="517199" y="464363"/>
            <a:ext cx="448276" cy="448276"/>
          </a:xfrm>
          <a:prstGeom prst="rect">
            <a:avLst/>
          </a:prstGeom>
        </p:spPr>
      </p:pic>
      <p:cxnSp>
        <p:nvCxnSpPr>
          <p:cNvPr id="7" name="Straight Connector 19">
            <a:extLst>
              <a:ext uri="{FF2B5EF4-FFF2-40B4-BE49-F238E27FC236}">
                <a16:creationId xmlns:a16="http://schemas.microsoft.com/office/drawing/2014/main" id="{B0C162B7-B84F-874A-960E-31F512518C6E}"/>
              </a:ext>
            </a:extLst>
          </p:cNvPr>
          <p:cNvCxnSpPr>
            <a:cxnSpLocks/>
          </p:cNvCxnSpPr>
          <p:nvPr userDrawn="1"/>
        </p:nvCxnSpPr>
        <p:spPr>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8" name="Straight Connector 21">
            <a:extLst>
              <a:ext uri="{FF2B5EF4-FFF2-40B4-BE49-F238E27FC236}">
                <a16:creationId xmlns:a16="http://schemas.microsoft.com/office/drawing/2014/main" id="{1CB321BB-9FE3-294F-85D8-AA7DC75CA4AF}"/>
              </a:ext>
            </a:extLst>
          </p:cNvPr>
          <p:cNvCxnSpPr>
            <a:cxnSpLocks/>
          </p:cNvCxnSpPr>
          <p:nvPr userDrawn="1"/>
        </p:nvCxnSpPr>
        <p:spPr>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9" name="Straight Connector 25">
            <a:extLst>
              <a:ext uri="{FF2B5EF4-FFF2-40B4-BE49-F238E27FC236}">
                <a16:creationId xmlns:a16="http://schemas.microsoft.com/office/drawing/2014/main" id="{0A610A45-8712-8A45-AFB3-931CF468EC32}"/>
              </a:ext>
            </a:extLst>
          </p:cNvPr>
          <p:cNvCxnSpPr>
            <a:cxnSpLocks/>
          </p:cNvCxnSpPr>
          <p:nvPr userDrawn="1"/>
        </p:nvCxn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30460EF6-ECAD-8941-8132-1B3E005D6067}"/>
              </a:ext>
            </a:extLst>
          </p:cNvPr>
          <p:cNvSpPr txBox="1"/>
          <p:nvPr userDrawn="1"/>
        </p:nvSpPr>
        <p:spPr>
          <a:xfrm>
            <a:off x="10410201" y="532278"/>
            <a:ext cx="671977" cy="307777"/>
          </a:xfrm>
          <a:prstGeom prst="rect">
            <a:avLst/>
          </a:prstGeom>
          <a:noFill/>
        </p:spPr>
        <p:txBody>
          <a:bodyPr wrap="square" lIns="0" tIns="0" rIns="0" bIns="0" rtlCol="0">
            <a:spAutoFit/>
          </a:bodyPr>
          <a:lstStyle/>
          <a:p>
            <a:fld id="{32AF94B5-93D7-5247-B727-C7089232F508}" type="slidenum">
              <a:rPr lang="ru-RU" sz="2000" smtClean="0">
                <a:solidFill>
                  <a:srgbClr val="102D69"/>
                </a:solidFill>
                <a:latin typeface="HSE Sans" panose="02000000000000000000" pitchFamily="2" charset="0"/>
              </a:rPr>
              <a:t>‹#›</a:t>
            </a:fld>
            <a:endParaRPr lang="ru-RU" sz="2000" dirty="0">
              <a:solidFill>
                <a:srgbClr val="102D69"/>
              </a:solidFill>
              <a:latin typeface="HSE Sans" panose="02000000000000000000" pitchFamily="2" charset="0"/>
            </a:endParaRPr>
          </a:p>
        </p:txBody>
      </p:sp>
      <p:cxnSp>
        <p:nvCxnSpPr>
          <p:cNvPr id="11" name="Straight Connector 59">
            <a:extLst>
              <a:ext uri="{FF2B5EF4-FFF2-40B4-BE49-F238E27FC236}">
                <a16:creationId xmlns:a16="http://schemas.microsoft.com/office/drawing/2014/main" id="{41AE56A2-5FAA-FD44-AE1A-338E1E304184}"/>
              </a:ext>
            </a:extLst>
          </p:cNvPr>
          <p:cNvCxnSpPr>
            <a:cxnSpLocks/>
          </p:cNvCxnSpPr>
          <p:nvPr userDrawn="1"/>
        </p:nvCxn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2" name="Текст 37">
            <a:extLst>
              <a:ext uri="{FF2B5EF4-FFF2-40B4-BE49-F238E27FC236}">
                <a16:creationId xmlns:a16="http://schemas.microsoft.com/office/drawing/2014/main" id="{D9986185-6D5E-FD48-A5CA-AF2D5B58A3E7}"/>
              </a:ext>
            </a:extLst>
          </p:cNvPr>
          <p:cNvSpPr>
            <a:spLocks noGrp="1"/>
          </p:cNvSpPr>
          <p:nvPr>
            <p:ph type="body" sz="quarter" idx="13" hasCustomPrompt="1"/>
          </p:nvPr>
        </p:nvSpPr>
        <p:spPr>
          <a:xfrm>
            <a:off x="1143689" y="540904"/>
            <a:ext cx="1901825" cy="415925"/>
          </a:xfr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a:latin typeface="HSE Sans" panose="02000000000000000000" pitchFamily="2" charset="0"/>
              </a:defRPr>
            </a:lvl1pPr>
            <a:lvl2pPr marL="457200" indent="0">
              <a:lnSpc>
                <a:spcPct val="100000"/>
              </a:lnSpc>
              <a:buNone/>
              <a:defRPr sz="1000" b="0" i="0">
                <a:latin typeface="HSE Sans" panose="02000000000000000000" pitchFamily="2" charset="0"/>
              </a:defRPr>
            </a:lvl2pPr>
            <a:lvl3pPr marL="914400" indent="0">
              <a:lnSpc>
                <a:spcPct val="100000"/>
              </a:lnSpc>
              <a:buNone/>
              <a:defRPr sz="1000" b="0" i="0">
                <a:latin typeface="HSE Sans" panose="02000000000000000000" pitchFamily="2" charset="0"/>
              </a:defRPr>
            </a:lvl3pPr>
            <a:lvl4pPr marL="1371600" indent="0">
              <a:lnSpc>
                <a:spcPct val="100000"/>
              </a:lnSpc>
              <a:buNone/>
              <a:defRPr sz="1000" b="0" i="0">
                <a:latin typeface="HSE Sans" panose="02000000000000000000" pitchFamily="2" charset="0"/>
              </a:defRPr>
            </a:lvl4pPr>
            <a:lvl5pPr marL="1828800" indent="0">
              <a:lnSpc>
                <a:spcPct val="100000"/>
              </a:lnSpc>
              <a:buNone/>
              <a:defRPr sz="1000" b="0" i="0">
                <a:latin typeface="HSE Sans" panose="02000000000000000000" pitchFamily="2" charset="0"/>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ru-RU" sz="1000" dirty="0">
                <a:latin typeface="HSE Sans" panose="02000000000000000000" pitchFamily="2" charset="0"/>
              </a:rPr>
              <a:t>Название подразделения</a:t>
            </a:r>
            <a:br>
              <a:rPr lang="ru-RU" sz="1000" dirty="0">
                <a:latin typeface="HSE Sans" panose="02000000000000000000" pitchFamily="2" charset="0"/>
              </a:rPr>
            </a:br>
            <a:r>
              <a:rPr lang="ru-RU" sz="1000" dirty="0">
                <a:latin typeface="HSE Sans" panose="02000000000000000000" pitchFamily="2" charset="0"/>
              </a:rPr>
              <a:t>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3" name="Текст 39">
            <a:extLst>
              <a:ext uri="{FF2B5EF4-FFF2-40B4-BE49-F238E27FC236}">
                <a16:creationId xmlns:a16="http://schemas.microsoft.com/office/drawing/2014/main" id="{5DBFD327-E3A8-944A-AABF-7D813AD0F13C}"/>
              </a:ext>
            </a:extLst>
          </p:cNvPr>
          <p:cNvSpPr>
            <a:spLocks noGrp="1"/>
          </p:cNvSpPr>
          <p:nvPr>
            <p:ph type="body" sz="quarter" idx="14" hasCustomPrompt="1"/>
          </p:nvPr>
        </p:nvSpPr>
        <p:spPr>
          <a:xfrm>
            <a:off x="3459163"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презентации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5" name="Текст 39">
            <a:extLst>
              <a:ext uri="{FF2B5EF4-FFF2-40B4-BE49-F238E27FC236}">
                <a16:creationId xmlns:a16="http://schemas.microsoft.com/office/drawing/2014/main" id="{D206FCE0-05C3-2C45-A7D6-1FC287C017BE}"/>
              </a:ext>
            </a:extLst>
          </p:cNvPr>
          <p:cNvSpPr>
            <a:spLocks noGrp="1"/>
          </p:cNvSpPr>
          <p:nvPr>
            <p:ph type="body" sz="quarter" idx="15" hasCustomPrompt="1"/>
          </p:nvPr>
        </p:nvSpPr>
        <p:spPr>
          <a:xfrm>
            <a:off x="6259892"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раздела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7" name="Заголовок 31">
            <a:extLst>
              <a:ext uri="{FF2B5EF4-FFF2-40B4-BE49-F238E27FC236}">
                <a16:creationId xmlns:a16="http://schemas.microsoft.com/office/drawing/2014/main" id="{3B28B62E-5EE9-834C-9BB6-BD66079B8164}"/>
              </a:ext>
            </a:extLst>
          </p:cNvPr>
          <p:cNvSpPr>
            <a:spLocks noGrp="1"/>
          </p:cNvSpPr>
          <p:nvPr>
            <p:ph type="title" hasCustomPrompt="1"/>
          </p:nvPr>
        </p:nvSpPr>
        <p:spPr>
          <a:xfrm>
            <a:off x="585897" y="1447790"/>
            <a:ext cx="11057955" cy="777025"/>
          </a:xfrm>
        </p:spPr>
        <p:txBody>
          <a:bodyPr lIns="0" tIns="0" rIns="0" bIns="0" anchor="t">
            <a:normAutofit/>
          </a:bodyPr>
          <a:lstStyle>
            <a:lvl1pPr>
              <a:lnSpc>
                <a:spcPct val="100000"/>
              </a:lnSpc>
              <a:defRPr sz="2400" b="0" i="0">
                <a:latin typeface="HSE Sans" panose="02000000000000000000" pitchFamily="2" charset="0"/>
              </a:defRPr>
            </a:lvl1pPr>
          </a:lstStyle>
          <a:p>
            <a:r>
              <a:rPr lang="ru-RU" sz="2400" dirty="0">
                <a:solidFill>
                  <a:srgbClr val="102D69"/>
                </a:solidFill>
                <a:latin typeface="HSE Sans" panose="02000000000000000000" pitchFamily="2" charset="0"/>
              </a:rPr>
              <a:t>Заголовок может быть набран в две или три строки</a:t>
            </a:r>
            <a:r>
              <a:rPr lang="en-GB" sz="2400" dirty="0">
                <a:solidFill>
                  <a:srgbClr val="102D69"/>
                </a:solidFill>
                <a:latin typeface="HSE Sans" panose="02000000000000000000" pitchFamily="2" charset="0"/>
              </a:rPr>
              <a:t> (24 </a:t>
            </a:r>
            <a:r>
              <a:rPr lang="en-GB" sz="2400" dirty="0" err="1">
                <a:solidFill>
                  <a:srgbClr val="102D69"/>
                </a:solidFill>
                <a:latin typeface="HSE Sans" panose="02000000000000000000" pitchFamily="2" charset="0"/>
              </a:rPr>
              <a:t>pt</a:t>
            </a:r>
            <a:r>
              <a:rPr lang="en-GB" sz="2400" dirty="0">
                <a:solidFill>
                  <a:srgbClr val="102D69"/>
                </a:solidFill>
                <a:latin typeface="HSE Sans" panose="02000000000000000000" pitchFamily="2" charset="0"/>
              </a:rPr>
              <a:t>)</a:t>
            </a:r>
            <a:endParaRPr lang="ru-RU" sz="2400" dirty="0">
              <a:solidFill>
                <a:srgbClr val="102D69"/>
              </a:solidFill>
              <a:latin typeface="HSE Sans" panose="02000000000000000000" pitchFamily="2" charset="0"/>
            </a:endParaRPr>
          </a:p>
        </p:txBody>
      </p:sp>
      <p:sp>
        <p:nvSpPr>
          <p:cNvPr id="24" name="Текст 35">
            <a:extLst>
              <a:ext uri="{FF2B5EF4-FFF2-40B4-BE49-F238E27FC236}">
                <a16:creationId xmlns:a16="http://schemas.microsoft.com/office/drawing/2014/main" id="{621215DE-C1FD-2B4C-B236-AF679CF906BE}"/>
              </a:ext>
            </a:extLst>
          </p:cNvPr>
          <p:cNvSpPr>
            <a:spLocks noGrp="1"/>
          </p:cNvSpPr>
          <p:nvPr>
            <p:ph type="body" sz="quarter" idx="12" hasCustomPrompt="1"/>
          </p:nvPr>
        </p:nvSpPr>
        <p:spPr>
          <a:xfrm>
            <a:off x="575076" y="4103994"/>
            <a:ext cx="2758143" cy="1569661"/>
          </a:xfr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r>
              <a:rPr lang="ru-RU" sz="1300" dirty="0">
                <a:latin typeface="HSE Sans" panose="02000000000000000000" pitchFamily="2" charset="0"/>
              </a:rPr>
              <a:t>Если у вас мало данных, то не переживайте. Сделайте несколько крупных цифр и аккуратные подписи к ним, это позволит подать информацию красиво и аккуратно.</a:t>
            </a:r>
          </a:p>
        </p:txBody>
      </p:sp>
      <p:sp>
        <p:nvSpPr>
          <p:cNvPr id="25" name="Текст 35">
            <a:extLst>
              <a:ext uri="{FF2B5EF4-FFF2-40B4-BE49-F238E27FC236}">
                <a16:creationId xmlns:a16="http://schemas.microsoft.com/office/drawing/2014/main" id="{8BC2F90D-0CE0-574C-A7C1-EAA3E6F1AB56}"/>
              </a:ext>
            </a:extLst>
          </p:cNvPr>
          <p:cNvSpPr>
            <a:spLocks noGrp="1"/>
          </p:cNvSpPr>
          <p:nvPr>
            <p:ph type="body" sz="quarter" idx="16" hasCustomPrompt="1"/>
          </p:nvPr>
        </p:nvSpPr>
        <p:spPr>
          <a:xfrm>
            <a:off x="4047007" y="4103994"/>
            <a:ext cx="2757612" cy="1569661"/>
          </a:xfr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r>
              <a:rPr lang="ru-RU" sz="1300" dirty="0">
                <a:latin typeface="HSE Sans" panose="02000000000000000000" pitchFamily="2" charset="0"/>
              </a:rPr>
              <a:t>Если у вас мало данных, то не переживайте. Сделайте несколько крупных цифр и аккуратные подписи к ним, это позволит подать информацию красиво и аккуратно.</a:t>
            </a:r>
          </a:p>
        </p:txBody>
      </p:sp>
      <p:sp>
        <p:nvSpPr>
          <p:cNvPr id="26" name="Текст 35">
            <a:extLst>
              <a:ext uri="{FF2B5EF4-FFF2-40B4-BE49-F238E27FC236}">
                <a16:creationId xmlns:a16="http://schemas.microsoft.com/office/drawing/2014/main" id="{239E188B-2696-8A48-9F8A-36223EEF61E9}"/>
              </a:ext>
            </a:extLst>
          </p:cNvPr>
          <p:cNvSpPr>
            <a:spLocks noGrp="1"/>
          </p:cNvSpPr>
          <p:nvPr>
            <p:ph type="body" sz="quarter" idx="17" hasCustomPrompt="1"/>
          </p:nvPr>
        </p:nvSpPr>
        <p:spPr>
          <a:xfrm>
            <a:off x="7518938" y="4103994"/>
            <a:ext cx="2757612" cy="1569661"/>
          </a:xfr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r>
              <a:rPr lang="ru-RU" sz="1300" dirty="0">
                <a:latin typeface="HSE Sans" panose="02000000000000000000" pitchFamily="2" charset="0"/>
              </a:rPr>
              <a:t>Если у вас мало данных, то не переживайте. Сделайте несколько крупных цифр и аккуратные подписи к ним, это позволит подать информацию красиво и аккуратно.</a:t>
            </a:r>
          </a:p>
        </p:txBody>
      </p:sp>
      <p:sp>
        <p:nvSpPr>
          <p:cNvPr id="28" name="Текст 27">
            <a:extLst>
              <a:ext uri="{FF2B5EF4-FFF2-40B4-BE49-F238E27FC236}">
                <a16:creationId xmlns:a16="http://schemas.microsoft.com/office/drawing/2014/main" id="{379BF4C6-F899-294C-B88E-8363AFBEEC2A}"/>
              </a:ext>
            </a:extLst>
          </p:cNvPr>
          <p:cNvSpPr>
            <a:spLocks noGrp="1"/>
          </p:cNvSpPr>
          <p:nvPr>
            <p:ph type="body" sz="quarter" idx="18" hasCustomPrompt="1"/>
          </p:nvPr>
        </p:nvSpPr>
        <p:spPr>
          <a:xfrm>
            <a:off x="575076" y="2710235"/>
            <a:ext cx="2758143" cy="1164116"/>
          </a:xfrm>
        </p:spPr>
        <p:txBody>
          <a:bodyPr lIns="0" tIns="0" rIns="0" bIns="0">
            <a:noAutofit/>
          </a:bodyPr>
          <a:lstStyle>
            <a:lvl1pPr marL="0" indent="0">
              <a:buNone/>
              <a:defRPr sz="9600">
                <a:latin typeface="HSE Sans" panose="02000000000000000000" pitchFamily="2" charset="0"/>
              </a:defRPr>
            </a:lvl1pPr>
            <a:lvl2pPr>
              <a:defRPr sz="9600">
                <a:latin typeface="HSE Sans" panose="02000000000000000000" pitchFamily="2" charset="0"/>
              </a:defRPr>
            </a:lvl2pPr>
            <a:lvl3pPr>
              <a:defRPr sz="9600">
                <a:latin typeface="HSE Sans" panose="02000000000000000000" pitchFamily="2" charset="0"/>
              </a:defRPr>
            </a:lvl3pPr>
            <a:lvl4pPr>
              <a:defRPr sz="9600">
                <a:latin typeface="HSE Sans" panose="02000000000000000000" pitchFamily="2" charset="0"/>
              </a:defRPr>
            </a:lvl4pPr>
            <a:lvl5pPr>
              <a:defRPr sz="9600">
                <a:latin typeface="HSE Sans" panose="02000000000000000000" pitchFamily="2" charset="0"/>
              </a:defRPr>
            </a:lvl5pPr>
          </a:lstStyle>
          <a:p>
            <a:pPr lvl="0"/>
            <a:r>
              <a:rPr lang="ru-RU" sz="9600" dirty="0">
                <a:solidFill>
                  <a:srgbClr val="102D69"/>
                </a:solidFill>
                <a:latin typeface="HSE Sans" panose="02000000000000000000" pitchFamily="2" charset="0"/>
              </a:rPr>
              <a:t>152</a:t>
            </a:r>
            <a:endParaRPr lang="ru-RU" dirty="0"/>
          </a:p>
        </p:txBody>
      </p:sp>
      <p:sp>
        <p:nvSpPr>
          <p:cNvPr id="29" name="Текст 27">
            <a:extLst>
              <a:ext uri="{FF2B5EF4-FFF2-40B4-BE49-F238E27FC236}">
                <a16:creationId xmlns:a16="http://schemas.microsoft.com/office/drawing/2014/main" id="{DE7F352B-F6D9-B545-A835-443A55956E74}"/>
              </a:ext>
            </a:extLst>
          </p:cNvPr>
          <p:cNvSpPr>
            <a:spLocks noGrp="1"/>
          </p:cNvSpPr>
          <p:nvPr>
            <p:ph type="body" sz="quarter" idx="19" hasCustomPrompt="1"/>
          </p:nvPr>
        </p:nvSpPr>
        <p:spPr>
          <a:xfrm>
            <a:off x="4047007" y="2710235"/>
            <a:ext cx="2758143" cy="1164116"/>
          </a:xfrm>
        </p:spPr>
        <p:txBody>
          <a:bodyPr lIns="0" tIns="0" rIns="0" bIns="0">
            <a:noAutofit/>
          </a:bodyPr>
          <a:lstStyle>
            <a:lvl1pPr marL="0" indent="0">
              <a:buNone/>
              <a:defRPr sz="9600">
                <a:latin typeface="HSE Sans" panose="02000000000000000000" pitchFamily="2" charset="0"/>
              </a:defRPr>
            </a:lvl1pPr>
            <a:lvl2pPr>
              <a:defRPr sz="9600">
                <a:latin typeface="HSE Sans" panose="02000000000000000000" pitchFamily="2" charset="0"/>
              </a:defRPr>
            </a:lvl2pPr>
            <a:lvl3pPr>
              <a:defRPr sz="9600">
                <a:latin typeface="HSE Sans" panose="02000000000000000000" pitchFamily="2" charset="0"/>
              </a:defRPr>
            </a:lvl3pPr>
            <a:lvl4pPr>
              <a:defRPr sz="9600">
                <a:latin typeface="HSE Sans" panose="02000000000000000000" pitchFamily="2" charset="0"/>
              </a:defRPr>
            </a:lvl4pPr>
            <a:lvl5pPr>
              <a:defRPr sz="9600">
                <a:latin typeface="HSE Sans" panose="02000000000000000000" pitchFamily="2" charset="0"/>
              </a:defRPr>
            </a:lvl5pPr>
          </a:lstStyle>
          <a:p>
            <a:pPr lvl="0"/>
            <a:r>
              <a:rPr lang="ru-RU" sz="9600" dirty="0">
                <a:solidFill>
                  <a:srgbClr val="102D69"/>
                </a:solidFill>
                <a:latin typeface="HSE Sans" panose="02000000000000000000" pitchFamily="2" charset="0"/>
              </a:rPr>
              <a:t>95</a:t>
            </a:r>
            <a:endParaRPr lang="ru-RU" dirty="0"/>
          </a:p>
        </p:txBody>
      </p:sp>
      <p:sp>
        <p:nvSpPr>
          <p:cNvPr id="30" name="Текст 27">
            <a:extLst>
              <a:ext uri="{FF2B5EF4-FFF2-40B4-BE49-F238E27FC236}">
                <a16:creationId xmlns:a16="http://schemas.microsoft.com/office/drawing/2014/main" id="{D1D5AF9F-C1B0-7842-8789-1DB8963D981B}"/>
              </a:ext>
            </a:extLst>
          </p:cNvPr>
          <p:cNvSpPr>
            <a:spLocks noGrp="1"/>
          </p:cNvSpPr>
          <p:nvPr>
            <p:ph type="body" sz="quarter" idx="20" hasCustomPrompt="1"/>
          </p:nvPr>
        </p:nvSpPr>
        <p:spPr>
          <a:xfrm>
            <a:off x="7518938" y="2710235"/>
            <a:ext cx="2758143" cy="1164116"/>
          </a:xfrm>
        </p:spPr>
        <p:txBody>
          <a:bodyPr lIns="0" tIns="0" rIns="0" bIns="0">
            <a:noAutofit/>
          </a:bodyPr>
          <a:lstStyle>
            <a:lvl1pPr marL="0" indent="0">
              <a:buNone/>
              <a:defRPr sz="9600">
                <a:latin typeface="HSE Sans" panose="02000000000000000000" pitchFamily="2" charset="0"/>
              </a:defRPr>
            </a:lvl1pPr>
            <a:lvl2pPr>
              <a:defRPr sz="9600">
                <a:latin typeface="HSE Sans" panose="02000000000000000000" pitchFamily="2" charset="0"/>
              </a:defRPr>
            </a:lvl2pPr>
            <a:lvl3pPr>
              <a:defRPr sz="9600">
                <a:latin typeface="HSE Sans" panose="02000000000000000000" pitchFamily="2" charset="0"/>
              </a:defRPr>
            </a:lvl3pPr>
            <a:lvl4pPr>
              <a:defRPr sz="9600">
                <a:latin typeface="HSE Sans" panose="02000000000000000000" pitchFamily="2" charset="0"/>
              </a:defRPr>
            </a:lvl4pPr>
            <a:lvl5pPr>
              <a:defRPr sz="9600">
                <a:latin typeface="HSE Sans" panose="02000000000000000000" pitchFamily="2" charset="0"/>
              </a:defRPr>
            </a:lvl5pPr>
          </a:lstStyle>
          <a:p>
            <a:pPr lvl="0"/>
            <a:r>
              <a:rPr lang="ru-RU" sz="9600" dirty="0">
                <a:solidFill>
                  <a:srgbClr val="102D69"/>
                </a:solidFill>
                <a:latin typeface="HSE Sans" panose="02000000000000000000" pitchFamily="2" charset="0"/>
              </a:rPr>
              <a:t>284</a:t>
            </a:r>
            <a:endParaRPr lang="ru-RU" dirty="0"/>
          </a:p>
        </p:txBody>
      </p:sp>
    </p:spTree>
    <p:extLst>
      <p:ext uri="{BB962C8B-B14F-4D97-AF65-F5344CB8AC3E}">
        <p14:creationId xmlns:p14="http://schemas.microsoft.com/office/powerpoint/2010/main" val="20570523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Таблица_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descr="Icon&#10;&#10;Description automatically generated">
            <a:extLst>
              <a:ext uri="{FF2B5EF4-FFF2-40B4-BE49-F238E27FC236}">
                <a16:creationId xmlns:a16="http://schemas.microsoft.com/office/drawing/2014/main" id="{C5425806-16DD-844E-927C-26E7143A9ED8}"/>
              </a:ext>
            </a:extLst>
          </p:cNvPr>
          <p:cNvPicPr>
            <a:picLocks noChangeAspect="1"/>
          </p:cNvPicPr>
          <p:nvPr userDrawn="1"/>
        </p:nvPicPr>
        <p:blipFill>
          <a:blip r:embed="rId3"/>
          <a:stretch>
            <a:fillRect/>
          </a:stretch>
        </p:blipFill>
        <p:spPr>
          <a:xfrm>
            <a:off x="517199" y="464363"/>
            <a:ext cx="448276" cy="448276"/>
          </a:xfrm>
          <a:prstGeom prst="rect">
            <a:avLst/>
          </a:prstGeom>
        </p:spPr>
      </p:pic>
      <p:cxnSp>
        <p:nvCxnSpPr>
          <p:cNvPr id="6" name="Straight Connector 19">
            <a:extLst>
              <a:ext uri="{FF2B5EF4-FFF2-40B4-BE49-F238E27FC236}">
                <a16:creationId xmlns:a16="http://schemas.microsoft.com/office/drawing/2014/main" id="{479746FF-3282-DF46-9D7C-D80431604A55}"/>
              </a:ext>
            </a:extLst>
          </p:cNvPr>
          <p:cNvCxnSpPr>
            <a:cxnSpLocks/>
          </p:cNvCxnSpPr>
          <p:nvPr userDrawn="1"/>
        </p:nvCxnSpPr>
        <p:spPr>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7" name="Straight Connector 21">
            <a:extLst>
              <a:ext uri="{FF2B5EF4-FFF2-40B4-BE49-F238E27FC236}">
                <a16:creationId xmlns:a16="http://schemas.microsoft.com/office/drawing/2014/main" id="{51B44297-B0E7-D74D-B291-D39A0D468B42}"/>
              </a:ext>
            </a:extLst>
          </p:cNvPr>
          <p:cNvCxnSpPr>
            <a:cxnSpLocks/>
          </p:cNvCxnSpPr>
          <p:nvPr userDrawn="1"/>
        </p:nvCxnSpPr>
        <p:spPr>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8" name="Straight Connector 25">
            <a:extLst>
              <a:ext uri="{FF2B5EF4-FFF2-40B4-BE49-F238E27FC236}">
                <a16:creationId xmlns:a16="http://schemas.microsoft.com/office/drawing/2014/main" id="{0EA4A057-F0CB-E04F-B472-4A1ABFB64C66}"/>
              </a:ext>
            </a:extLst>
          </p:cNvPr>
          <p:cNvCxnSpPr>
            <a:cxnSpLocks/>
          </p:cNvCxnSpPr>
          <p:nvPr userDrawn="1"/>
        </p:nvCxn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764502F5-56EE-354B-A3B1-E79F8B005172}"/>
              </a:ext>
            </a:extLst>
          </p:cNvPr>
          <p:cNvSpPr txBox="1"/>
          <p:nvPr userDrawn="1"/>
        </p:nvSpPr>
        <p:spPr>
          <a:xfrm>
            <a:off x="10410201" y="532278"/>
            <a:ext cx="671977" cy="307777"/>
          </a:xfrm>
          <a:prstGeom prst="rect">
            <a:avLst/>
          </a:prstGeom>
          <a:noFill/>
        </p:spPr>
        <p:txBody>
          <a:bodyPr wrap="square" lIns="0" tIns="0" rIns="0" bIns="0" rtlCol="0">
            <a:spAutoFit/>
          </a:bodyPr>
          <a:lstStyle/>
          <a:p>
            <a:fld id="{32AF94B5-93D7-5247-B727-C7089232F508}" type="slidenum">
              <a:rPr lang="ru-RU" sz="2000" smtClean="0">
                <a:solidFill>
                  <a:srgbClr val="102D69"/>
                </a:solidFill>
                <a:latin typeface="HSE Sans" panose="02000000000000000000" pitchFamily="2" charset="0"/>
              </a:rPr>
              <a:t>‹#›</a:t>
            </a:fld>
            <a:endParaRPr lang="ru-RU" sz="2000" dirty="0">
              <a:solidFill>
                <a:srgbClr val="102D69"/>
              </a:solidFill>
              <a:latin typeface="HSE Sans" panose="02000000000000000000" pitchFamily="2" charset="0"/>
            </a:endParaRPr>
          </a:p>
        </p:txBody>
      </p:sp>
      <p:cxnSp>
        <p:nvCxnSpPr>
          <p:cNvPr id="10" name="Straight Connector 59">
            <a:extLst>
              <a:ext uri="{FF2B5EF4-FFF2-40B4-BE49-F238E27FC236}">
                <a16:creationId xmlns:a16="http://schemas.microsoft.com/office/drawing/2014/main" id="{A80E0956-5C10-CC40-A426-CBD2E0C4158E}"/>
              </a:ext>
            </a:extLst>
          </p:cNvPr>
          <p:cNvCxnSpPr>
            <a:cxnSpLocks/>
          </p:cNvCxnSpPr>
          <p:nvPr userDrawn="1"/>
        </p:nvCxn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1" name="Текст 37">
            <a:extLst>
              <a:ext uri="{FF2B5EF4-FFF2-40B4-BE49-F238E27FC236}">
                <a16:creationId xmlns:a16="http://schemas.microsoft.com/office/drawing/2014/main" id="{6EC59AAD-5962-8D49-BF4D-7DA5D573073E}"/>
              </a:ext>
            </a:extLst>
          </p:cNvPr>
          <p:cNvSpPr>
            <a:spLocks noGrp="1"/>
          </p:cNvSpPr>
          <p:nvPr>
            <p:ph type="body" sz="quarter" idx="13" hasCustomPrompt="1"/>
          </p:nvPr>
        </p:nvSpPr>
        <p:spPr>
          <a:xfrm>
            <a:off x="1143689" y="540904"/>
            <a:ext cx="1901825" cy="415925"/>
          </a:xfr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a:latin typeface="HSE Sans" panose="02000000000000000000" pitchFamily="2" charset="0"/>
              </a:defRPr>
            </a:lvl1pPr>
            <a:lvl2pPr marL="457200" indent="0">
              <a:lnSpc>
                <a:spcPct val="100000"/>
              </a:lnSpc>
              <a:buNone/>
              <a:defRPr sz="1000" b="0" i="0">
                <a:latin typeface="HSE Sans" panose="02000000000000000000" pitchFamily="2" charset="0"/>
              </a:defRPr>
            </a:lvl2pPr>
            <a:lvl3pPr marL="914400" indent="0">
              <a:lnSpc>
                <a:spcPct val="100000"/>
              </a:lnSpc>
              <a:buNone/>
              <a:defRPr sz="1000" b="0" i="0">
                <a:latin typeface="HSE Sans" panose="02000000000000000000" pitchFamily="2" charset="0"/>
              </a:defRPr>
            </a:lvl3pPr>
            <a:lvl4pPr marL="1371600" indent="0">
              <a:lnSpc>
                <a:spcPct val="100000"/>
              </a:lnSpc>
              <a:buNone/>
              <a:defRPr sz="1000" b="0" i="0">
                <a:latin typeface="HSE Sans" panose="02000000000000000000" pitchFamily="2" charset="0"/>
              </a:defRPr>
            </a:lvl4pPr>
            <a:lvl5pPr marL="1828800" indent="0">
              <a:lnSpc>
                <a:spcPct val="100000"/>
              </a:lnSpc>
              <a:buNone/>
              <a:defRPr sz="1000" b="0" i="0">
                <a:latin typeface="HSE Sans" panose="02000000000000000000" pitchFamily="2" charset="0"/>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ru-RU" sz="1000" dirty="0">
                <a:latin typeface="HSE Sans" panose="02000000000000000000" pitchFamily="2" charset="0"/>
              </a:rPr>
              <a:t>Название подразделения</a:t>
            </a:r>
            <a:br>
              <a:rPr lang="ru-RU" sz="1000" dirty="0">
                <a:latin typeface="HSE Sans" panose="02000000000000000000" pitchFamily="2" charset="0"/>
              </a:rPr>
            </a:br>
            <a:r>
              <a:rPr lang="ru-RU" sz="1000" dirty="0">
                <a:latin typeface="HSE Sans" panose="02000000000000000000" pitchFamily="2" charset="0"/>
              </a:rPr>
              <a:t>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2" name="Текст 39">
            <a:extLst>
              <a:ext uri="{FF2B5EF4-FFF2-40B4-BE49-F238E27FC236}">
                <a16:creationId xmlns:a16="http://schemas.microsoft.com/office/drawing/2014/main" id="{49041ACC-EEF4-D34B-A7DE-87B1AF2ED383}"/>
              </a:ext>
            </a:extLst>
          </p:cNvPr>
          <p:cNvSpPr>
            <a:spLocks noGrp="1"/>
          </p:cNvSpPr>
          <p:nvPr>
            <p:ph type="body" sz="quarter" idx="14" hasCustomPrompt="1"/>
          </p:nvPr>
        </p:nvSpPr>
        <p:spPr>
          <a:xfrm>
            <a:off x="3459163"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презентации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4" name="Текст 39">
            <a:extLst>
              <a:ext uri="{FF2B5EF4-FFF2-40B4-BE49-F238E27FC236}">
                <a16:creationId xmlns:a16="http://schemas.microsoft.com/office/drawing/2014/main" id="{BF93B2CC-81A4-0943-AF6C-C86576792995}"/>
              </a:ext>
            </a:extLst>
          </p:cNvPr>
          <p:cNvSpPr>
            <a:spLocks noGrp="1"/>
          </p:cNvSpPr>
          <p:nvPr>
            <p:ph type="body" sz="quarter" idx="15" hasCustomPrompt="1"/>
          </p:nvPr>
        </p:nvSpPr>
        <p:spPr>
          <a:xfrm>
            <a:off x="6259892"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раздела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5" name="Текст 22">
            <a:extLst>
              <a:ext uri="{FF2B5EF4-FFF2-40B4-BE49-F238E27FC236}">
                <a16:creationId xmlns:a16="http://schemas.microsoft.com/office/drawing/2014/main" id="{51340CB4-0355-3640-A212-F684523CDCCF}"/>
              </a:ext>
            </a:extLst>
          </p:cNvPr>
          <p:cNvSpPr>
            <a:spLocks noGrp="1"/>
          </p:cNvSpPr>
          <p:nvPr>
            <p:ph type="body" sz="quarter" idx="17" hasCustomPrompt="1"/>
          </p:nvPr>
        </p:nvSpPr>
        <p:spPr>
          <a:xfrm>
            <a:off x="585787" y="1447065"/>
            <a:ext cx="11058065" cy="307778"/>
          </a:xfrm>
        </p:spPr>
        <p:txBody>
          <a:bodyPr lIns="0" tIns="0" rIns="0" bIns="0">
            <a:noAutofit/>
          </a:bodyPr>
          <a:lstStyle>
            <a:lvl1pPr marL="0" indent="0">
              <a:buNone/>
              <a:defRPr sz="1600" b="0" i="0">
                <a:solidFill>
                  <a:srgbClr val="0E2D69"/>
                </a:solidFill>
                <a:latin typeface="HSE Sans" panose="02000000000000000000" pitchFamily="2" charset="0"/>
              </a:defRPr>
            </a:lvl1pPr>
            <a:lvl2pPr>
              <a:defRPr sz="1600" b="0" i="0">
                <a:solidFill>
                  <a:srgbClr val="0E2D69"/>
                </a:solidFill>
                <a:latin typeface="HSE Sans" panose="02000000000000000000" pitchFamily="2" charset="0"/>
              </a:defRPr>
            </a:lvl2pPr>
            <a:lvl3pPr>
              <a:defRPr sz="1600" b="0" i="0">
                <a:solidFill>
                  <a:srgbClr val="0E2D69"/>
                </a:solidFill>
                <a:latin typeface="HSE Sans" panose="02000000000000000000" pitchFamily="2" charset="0"/>
              </a:defRPr>
            </a:lvl3pPr>
            <a:lvl4pPr>
              <a:defRPr sz="1600" b="0" i="0">
                <a:solidFill>
                  <a:srgbClr val="0E2D69"/>
                </a:solidFill>
                <a:latin typeface="HSE Sans" panose="02000000000000000000" pitchFamily="2" charset="0"/>
              </a:defRPr>
            </a:lvl4pPr>
            <a:lvl5pPr>
              <a:defRPr sz="1600" b="0" i="0">
                <a:solidFill>
                  <a:srgbClr val="0E2D69"/>
                </a:solidFill>
                <a:latin typeface="HSE Sans" panose="02000000000000000000" pitchFamily="2" charset="0"/>
              </a:defRPr>
            </a:lvl5pPr>
          </a:lstStyle>
          <a:p>
            <a:r>
              <a:rPr lang="ru-RU" sz="1600" dirty="0">
                <a:solidFill>
                  <a:srgbClr val="102D69"/>
                </a:solidFill>
                <a:latin typeface="HSE Sans" panose="02000000000000000000" pitchFamily="2" charset="0"/>
              </a:rPr>
              <a:t>Название таблицы. Обратите внимание, что название графика набирается меньшим кеглем, чем заголовок (16</a:t>
            </a:r>
            <a:r>
              <a:rPr lang="en-GB" sz="1600" dirty="0" err="1">
                <a:solidFill>
                  <a:srgbClr val="102D69"/>
                </a:solidFill>
                <a:latin typeface="HSE Sans" panose="02000000000000000000" pitchFamily="2" charset="0"/>
              </a:rPr>
              <a:t>pt</a:t>
            </a:r>
            <a:r>
              <a:rPr lang="en-GB" sz="1600" dirty="0">
                <a:solidFill>
                  <a:srgbClr val="102D69"/>
                </a:solidFill>
                <a:latin typeface="HSE Sans" panose="02000000000000000000" pitchFamily="2" charset="0"/>
              </a:rPr>
              <a:t>)</a:t>
            </a:r>
            <a:endParaRPr lang="ru-RU" sz="1600" dirty="0">
              <a:solidFill>
                <a:srgbClr val="102D69"/>
              </a:solidFill>
              <a:latin typeface="HSE Sans" panose="02000000000000000000" pitchFamily="2" charset="0"/>
            </a:endParaRPr>
          </a:p>
        </p:txBody>
      </p:sp>
      <p:sp>
        <p:nvSpPr>
          <p:cNvPr id="17" name="Текст 16">
            <a:extLst>
              <a:ext uri="{FF2B5EF4-FFF2-40B4-BE49-F238E27FC236}">
                <a16:creationId xmlns:a16="http://schemas.microsoft.com/office/drawing/2014/main" id="{8C6F2EA4-CEDC-324C-9C06-8713118041EB}"/>
              </a:ext>
            </a:extLst>
          </p:cNvPr>
          <p:cNvSpPr>
            <a:spLocks noGrp="1"/>
          </p:cNvSpPr>
          <p:nvPr>
            <p:ph type="body" sz="quarter" idx="18" hasCustomPrompt="1"/>
          </p:nvPr>
        </p:nvSpPr>
        <p:spPr>
          <a:xfrm>
            <a:off x="585788" y="5739189"/>
            <a:ext cx="6824303" cy="703205"/>
          </a:xfrm>
        </p:spPr>
        <p:txBody>
          <a:bodyPr lIns="0" tIns="0" rIns="0" bIns="0">
            <a:normAutofit/>
          </a:bodyPr>
          <a:lstStyle>
            <a:lvl1pPr marL="0" marR="0" indent="0" algn="l" defTabSz="914400" rtl="0" eaLnBrk="1" fontAlgn="auto" latinLnBrk="0" hangingPunct="1">
              <a:lnSpc>
                <a:spcPct val="100000"/>
              </a:lnSpc>
              <a:spcBef>
                <a:spcPts val="600"/>
              </a:spcBef>
              <a:spcAft>
                <a:spcPts val="0"/>
              </a:spcAft>
              <a:buClrTx/>
              <a:buSzTx/>
              <a:buFontTx/>
              <a:buNone/>
              <a:tabLst/>
              <a:defRPr sz="1300" b="0" i="0">
                <a:solidFill>
                  <a:srgbClr val="0E2D69"/>
                </a:solidFill>
                <a:latin typeface="HSE Sans" panose="02000000000000000000" pitchFamily="2" charset="0"/>
              </a:defRPr>
            </a:lvl1pPr>
            <a:lvl2pPr>
              <a:defRPr sz="1300" b="0" i="0">
                <a:solidFill>
                  <a:srgbClr val="0E2D69"/>
                </a:solidFill>
                <a:latin typeface="HSE Sans" panose="02000000000000000000" pitchFamily="2" charset="0"/>
              </a:defRPr>
            </a:lvl2pPr>
            <a:lvl3pPr>
              <a:defRPr sz="1300" b="0" i="0">
                <a:solidFill>
                  <a:srgbClr val="0E2D69"/>
                </a:solidFill>
                <a:latin typeface="HSE Sans" panose="02000000000000000000" pitchFamily="2" charset="0"/>
              </a:defRPr>
            </a:lvl3pPr>
            <a:lvl4pPr>
              <a:defRPr sz="1300" b="0" i="0">
                <a:solidFill>
                  <a:srgbClr val="0E2D69"/>
                </a:solidFill>
                <a:latin typeface="HSE Sans" panose="02000000000000000000" pitchFamily="2" charset="0"/>
              </a:defRPr>
            </a:lvl4pPr>
            <a:lvl5pPr>
              <a:defRPr sz="1300" b="0" i="0">
                <a:solidFill>
                  <a:srgbClr val="0E2D69"/>
                </a:solidFill>
                <a:latin typeface="HSE Sans" panose="02000000000000000000" pitchFamily="2" charset="0"/>
              </a:defRPr>
            </a:lvl5pPr>
          </a:lstStyle>
          <a:p>
            <a:pPr marL="0" marR="0" lvl="0" indent="0" algn="l" defTabSz="914400" rtl="0" eaLnBrk="1" fontAlgn="auto" latinLnBrk="0" hangingPunct="1">
              <a:lnSpc>
                <a:spcPct val="100000"/>
              </a:lnSpc>
              <a:spcBef>
                <a:spcPts val="600"/>
              </a:spcBef>
              <a:spcAft>
                <a:spcPts val="0"/>
              </a:spcAft>
              <a:buClrTx/>
              <a:buSzTx/>
              <a:buFontTx/>
              <a:buNone/>
              <a:tabLst/>
              <a:defRPr/>
            </a:pPr>
            <a:r>
              <a:rPr lang="ru-RU" sz="1300" b="0" dirty="0">
                <a:ln>
                  <a:noFill/>
                </a:ln>
                <a:latin typeface="HSE Sans" panose="02000000000000000000" pitchFamily="2" charset="0"/>
              </a:rPr>
              <a:t>Мы рекомендуем очень аккуратно использовать жирное начертание, старайтесь выделять жирным самое важное. </a:t>
            </a:r>
            <a:r>
              <a:rPr lang="ru-RU" sz="1300" dirty="0">
                <a:latin typeface="HSE Sans" panose="02000000000000000000" pitchFamily="2" charset="0"/>
              </a:rPr>
              <a:t>Также старайтесь не использовать выделение жирным начертанием вместе с заливкой ячеек каким-либо цветом, достаточно и одного акцента.</a:t>
            </a:r>
            <a:endParaRPr lang="en-RU" sz="1300" b="0">
              <a:ln>
                <a:noFill/>
              </a:ln>
              <a:latin typeface="HSE Sans" panose="02000000000000000000" pitchFamily="2" charset="0"/>
            </a:endParaRPr>
          </a:p>
        </p:txBody>
      </p:sp>
      <p:sp>
        <p:nvSpPr>
          <p:cNvPr id="19" name="Таблица 18">
            <a:extLst>
              <a:ext uri="{FF2B5EF4-FFF2-40B4-BE49-F238E27FC236}">
                <a16:creationId xmlns:a16="http://schemas.microsoft.com/office/drawing/2014/main" id="{7B291085-A9B9-D842-B1A7-96258FAF012C}"/>
              </a:ext>
            </a:extLst>
          </p:cNvPr>
          <p:cNvSpPr>
            <a:spLocks noGrp="1"/>
          </p:cNvSpPr>
          <p:nvPr>
            <p:ph type="tbl" sz="quarter" idx="19"/>
          </p:nvPr>
        </p:nvSpPr>
        <p:spPr>
          <a:xfrm>
            <a:off x="585787" y="1984076"/>
            <a:ext cx="11058527" cy="3519576"/>
          </a:xfrm>
        </p:spPr>
        <p:txBody>
          <a:bodyPr/>
          <a:lstStyle/>
          <a:p>
            <a:endParaRPr lang="ru-RU"/>
          </a:p>
        </p:txBody>
      </p:sp>
    </p:spTree>
    <p:extLst>
      <p:ext uri="{BB962C8B-B14F-4D97-AF65-F5344CB8AC3E}">
        <p14:creationId xmlns:p14="http://schemas.microsoft.com/office/powerpoint/2010/main" val="24401603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Таблица_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8" name="Picture 4" descr="Icon&#10;&#10;Description automatically generated">
            <a:extLst>
              <a:ext uri="{FF2B5EF4-FFF2-40B4-BE49-F238E27FC236}">
                <a16:creationId xmlns:a16="http://schemas.microsoft.com/office/drawing/2014/main" id="{259ABC72-D738-1143-BF2A-D85AE9A4F73B}"/>
              </a:ext>
            </a:extLst>
          </p:cNvPr>
          <p:cNvPicPr>
            <a:picLocks noChangeAspect="1"/>
          </p:cNvPicPr>
          <p:nvPr userDrawn="1"/>
        </p:nvPicPr>
        <p:blipFill>
          <a:blip r:embed="rId3"/>
          <a:stretch>
            <a:fillRect/>
          </a:stretch>
        </p:blipFill>
        <p:spPr>
          <a:xfrm>
            <a:off x="517199" y="464363"/>
            <a:ext cx="448276" cy="448276"/>
          </a:xfrm>
          <a:prstGeom prst="rect">
            <a:avLst/>
          </a:prstGeom>
        </p:spPr>
      </p:pic>
      <p:cxnSp>
        <p:nvCxnSpPr>
          <p:cNvPr id="9" name="Straight Connector 19">
            <a:extLst>
              <a:ext uri="{FF2B5EF4-FFF2-40B4-BE49-F238E27FC236}">
                <a16:creationId xmlns:a16="http://schemas.microsoft.com/office/drawing/2014/main" id="{237A1E42-2FC3-8841-8C41-992C5BC2368D}"/>
              </a:ext>
            </a:extLst>
          </p:cNvPr>
          <p:cNvCxnSpPr>
            <a:cxnSpLocks/>
          </p:cNvCxnSpPr>
          <p:nvPr userDrawn="1"/>
        </p:nvCxnSpPr>
        <p:spPr>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0" name="Straight Connector 21">
            <a:extLst>
              <a:ext uri="{FF2B5EF4-FFF2-40B4-BE49-F238E27FC236}">
                <a16:creationId xmlns:a16="http://schemas.microsoft.com/office/drawing/2014/main" id="{47503EA0-3883-E24D-9EB8-7B6175182929}"/>
              </a:ext>
            </a:extLst>
          </p:cNvPr>
          <p:cNvCxnSpPr>
            <a:cxnSpLocks/>
          </p:cNvCxnSpPr>
          <p:nvPr userDrawn="1"/>
        </p:nvCxnSpPr>
        <p:spPr>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1" name="Straight Connector 25">
            <a:extLst>
              <a:ext uri="{FF2B5EF4-FFF2-40B4-BE49-F238E27FC236}">
                <a16:creationId xmlns:a16="http://schemas.microsoft.com/office/drawing/2014/main" id="{E0144DF2-9891-324D-B34E-AFA025FBCBF9}"/>
              </a:ext>
            </a:extLst>
          </p:cNvPr>
          <p:cNvCxnSpPr>
            <a:cxnSpLocks/>
          </p:cNvCxnSpPr>
          <p:nvPr userDrawn="1"/>
        </p:nvCxn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F33F65D6-1072-F140-B6A5-758D7B595A92}"/>
              </a:ext>
            </a:extLst>
          </p:cNvPr>
          <p:cNvSpPr txBox="1"/>
          <p:nvPr userDrawn="1"/>
        </p:nvSpPr>
        <p:spPr>
          <a:xfrm>
            <a:off x="10410201" y="532278"/>
            <a:ext cx="671977" cy="307777"/>
          </a:xfrm>
          <a:prstGeom prst="rect">
            <a:avLst/>
          </a:prstGeom>
          <a:noFill/>
        </p:spPr>
        <p:txBody>
          <a:bodyPr wrap="square" lIns="0" tIns="0" rIns="0" bIns="0" rtlCol="0">
            <a:spAutoFit/>
          </a:bodyPr>
          <a:lstStyle/>
          <a:p>
            <a:fld id="{32AF94B5-93D7-5247-B727-C7089232F508}" type="slidenum">
              <a:rPr lang="ru-RU" sz="2000" smtClean="0">
                <a:solidFill>
                  <a:srgbClr val="102D69"/>
                </a:solidFill>
                <a:latin typeface="HSE Sans" panose="02000000000000000000" pitchFamily="2" charset="0"/>
              </a:rPr>
              <a:t>‹#›</a:t>
            </a:fld>
            <a:endParaRPr lang="ru-RU" sz="2000" dirty="0">
              <a:solidFill>
                <a:srgbClr val="102D69"/>
              </a:solidFill>
              <a:latin typeface="HSE Sans" panose="02000000000000000000" pitchFamily="2" charset="0"/>
            </a:endParaRPr>
          </a:p>
        </p:txBody>
      </p:sp>
      <p:cxnSp>
        <p:nvCxnSpPr>
          <p:cNvPr id="13" name="Straight Connector 59">
            <a:extLst>
              <a:ext uri="{FF2B5EF4-FFF2-40B4-BE49-F238E27FC236}">
                <a16:creationId xmlns:a16="http://schemas.microsoft.com/office/drawing/2014/main" id="{5F1F09D4-22FA-7B4B-9488-F8FDDCC2D447}"/>
              </a:ext>
            </a:extLst>
          </p:cNvPr>
          <p:cNvCxnSpPr>
            <a:cxnSpLocks/>
          </p:cNvCxnSpPr>
          <p:nvPr userDrawn="1"/>
        </p:nvCxn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4" name="Текст 37">
            <a:extLst>
              <a:ext uri="{FF2B5EF4-FFF2-40B4-BE49-F238E27FC236}">
                <a16:creationId xmlns:a16="http://schemas.microsoft.com/office/drawing/2014/main" id="{44D0326E-FD7A-3541-A998-62A1C30E2738}"/>
              </a:ext>
            </a:extLst>
          </p:cNvPr>
          <p:cNvSpPr>
            <a:spLocks noGrp="1"/>
          </p:cNvSpPr>
          <p:nvPr>
            <p:ph type="body" sz="quarter" idx="13" hasCustomPrompt="1"/>
          </p:nvPr>
        </p:nvSpPr>
        <p:spPr>
          <a:xfrm>
            <a:off x="1143689" y="540904"/>
            <a:ext cx="1901825" cy="415925"/>
          </a:xfr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a:latin typeface="HSE Sans" panose="02000000000000000000" pitchFamily="2" charset="0"/>
              </a:defRPr>
            </a:lvl1pPr>
            <a:lvl2pPr marL="457200" indent="0">
              <a:lnSpc>
                <a:spcPct val="100000"/>
              </a:lnSpc>
              <a:buNone/>
              <a:defRPr sz="1000" b="0" i="0">
                <a:latin typeface="HSE Sans" panose="02000000000000000000" pitchFamily="2" charset="0"/>
              </a:defRPr>
            </a:lvl2pPr>
            <a:lvl3pPr marL="914400" indent="0">
              <a:lnSpc>
                <a:spcPct val="100000"/>
              </a:lnSpc>
              <a:buNone/>
              <a:defRPr sz="1000" b="0" i="0">
                <a:latin typeface="HSE Sans" panose="02000000000000000000" pitchFamily="2" charset="0"/>
              </a:defRPr>
            </a:lvl3pPr>
            <a:lvl4pPr marL="1371600" indent="0">
              <a:lnSpc>
                <a:spcPct val="100000"/>
              </a:lnSpc>
              <a:buNone/>
              <a:defRPr sz="1000" b="0" i="0">
                <a:latin typeface="HSE Sans" panose="02000000000000000000" pitchFamily="2" charset="0"/>
              </a:defRPr>
            </a:lvl4pPr>
            <a:lvl5pPr marL="1828800" indent="0">
              <a:lnSpc>
                <a:spcPct val="100000"/>
              </a:lnSpc>
              <a:buNone/>
              <a:defRPr sz="1000" b="0" i="0">
                <a:latin typeface="HSE Sans" panose="02000000000000000000" pitchFamily="2" charset="0"/>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ru-RU" sz="1000" dirty="0">
                <a:latin typeface="HSE Sans" panose="02000000000000000000" pitchFamily="2" charset="0"/>
              </a:rPr>
              <a:t>Название подразделения</a:t>
            </a:r>
            <a:br>
              <a:rPr lang="ru-RU" sz="1000" dirty="0">
                <a:latin typeface="HSE Sans" panose="02000000000000000000" pitchFamily="2" charset="0"/>
              </a:rPr>
            </a:br>
            <a:r>
              <a:rPr lang="ru-RU" sz="1000" dirty="0">
                <a:latin typeface="HSE Sans" panose="02000000000000000000" pitchFamily="2" charset="0"/>
              </a:rPr>
              <a:t>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5" name="Текст 39">
            <a:extLst>
              <a:ext uri="{FF2B5EF4-FFF2-40B4-BE49-F238E27FC236}">
                <a16:creationId xmlns:a16="http://schemas.microsoft.com/office/drawing/2014/main" id="{279CCCA0-F959-5245-8321-106D3C5E837D}"/>
              </a:ext>
            </a:extLst>
          </p:cNvPr>
          <p:cNvSpPr>
            <a:spLocks noGrp="1"/>
          </p:cNvSpPr>
          <p:nvPr>
            <p:ph type="body" sz="quarter" idx="14" hasCustomPrompt="1"/>
          </p:nvPr>
        </p:nvSpPr>
        <p:spPr>
          <a:xfrm>
            <a:off x="3459163"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презентации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7" name="Текст 39">
            <a:extLst>
              <a:ext uri="{FF2B5EF4-FFF2-40B4-BE49-F238E27FC236}">
                <a16:creationId xmlns:a16="http://schemas.microsoft.com/office/drawing/2014/main" id="{8B839C6B-8494-8841-9714-4C8F710F8400}"/>
              </a:ext>
            </a:extLst>
          </p:cNvPr>
          <p:cNvSpPr>
            <a:spLocks noGrp="1"/>
          </p:cNvSpPr>
          <p:nvPr>
            <p:ph type="body" sz="quarter" idx="15" hasCustomPrompt="1"/>
          </p:nvPr>
        </p:nvSpPr>
        <p:spPr>
          <a:xfrm>
            <a:off x="6259892"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раздела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8" name="Текст 22">
            <a:extLst>
              <a:ext uri="{FF2B5EF4-FFF2-40B4-BE49-F238E27FC236}">
                <a16:creationId xmlns:a16="http://schemas.microsoft.com/office/drawing/2014/main" id="{4D940599-2B77-CE47-91E6-CDB51ADE1840}"/>
              </a:ext>
            </a:extLst>
          </p:cNvPr>
          <p:cNvSpPr>
            <a:spLocks noGrp="1"/>
          </p:cNvSpPr>
          <p:nvPr>
            <p:ph type="body" sz="quarter" idx="17" hasCustomPrompt="1"/>
          </p:nvPr>
        </p:nvSpPr>
        <p:spPr>
          <a:xfrm>
            <a:off x="585787" y="1447064"/>
            <a:ext cx="7617877" cy="537011"/>
          </a:xfrm>
        </p:spPr>
        <p:txBody>
          <a:bodyPr lIns="0" tIns="0" rIns="0" bIns="0">
            <a:noAutofit/>
          </a:bodyPr>
          <a:lstStyle>
            <a:lvl1pPr marL="0" indent="0">
              <a:buNone/>
              <a:defRPr sz="1600" b="0" i="0">
                <a:solidFill>
                  <a:srgbClr val="0E2D69"/>
                </a:solidFill>
                <a:latin typeface="HSE Sans" panose="02000000000000000000" pitchFamily="2" charset="0"/>
              </a:defRPr>
            </a:lvl1pPr>
            <a:lvl2pPr>
              <a:defRPr sz="1600" b="0" i="0">
                <a:solidFill>
                  <a:srgbClr val="0E2D69"/>
                </a:solidFill>
                <a:latin typeface="HSE Sans" panose="02000000000000000000" pitchFamily="2" charset="0"/>
              </a:defRPr>
            </a:lvl2pPr>
            <a:lvl3pPr>
              <a:defRPr sz="1600" b="0" i="0">
                <a:solidFill>
                  <a:srgbClr val="0E2D69"/>
                </a:solidFill>
                <a:latin typeface="HSE Sans" panose="02000000000000000000" pitchFamily="2" charset="0"/>
              </a:defRPr>
            </a:lvl3pPr>
            <a:lvl4pPr>
              <a:defRPr sz="1600" b="0" i="0">
                <a:solidFill>
                  <a:srgbClr val="0E2D69"/>
                </a:solidFill>
                <a:latin typeface="HSE Sans" panose="02000000000000000000" pitchFamily="2" charset="0"/>
              </a:defRPr>
            </a:lvl4pPr>
            <a:lvl5pPr>
              <a:defRPr sz="1600" b="0" i="0">
                <a:solidFill>
                  <a:srgbClr val="0E2D69"/>
                </a:solidFill>
                <a:latin typeface="HSE Sans" panose="02000000000000000000" pitchFamily="2" charset="0"/>
              </a:defRPr>
            </a:lvl5pPr>
          </a:lstStyle>
          <a:p>
            <a:r>
              <a:rPr lang="ru-RU" sz="1600" dirty="0">
                <a:solidFill>
                  <a:srgbClr val="102D69"/>
                </a:solidFill>
                <a:latin typeface="HSE Sans" panose="02000000000000000000" pitchFamily="2" charset="0"/>
              </a:rPr>
              <a:t>Название таблицы. Обратите внимание, что название графика набирается меньшим кеглем, чем заголовок (16</a:t>
            </a:r>
            <a:r>
              <a:rPr lang="en-GB" sz="1600" dirty="0" err="1">
                <a:solidFill>
                  <a:srgbClr val="102D69"/>
                </a:solidFill>
                <a:latin typeface="HSE Sans" panose="02000000000000000000" pitchFamily="2" charset="0"/>
              </a:rPr>
              <a:t>pt</a:t>
            </a:r>
            <a:r>
              <a:rPr lang="en-GB" sz="1600" dirty="0">
                <a:solidFill>
                  <a:srgbClr val="102D69"/>
                </a:solidFill>
                <a:latin typeface="HSE Sans" panose="02000000000000000000" pitchFamily="2" charset="0"/>
              </a:rPr>
              <a:t>)</a:t>
            </a:r>
            <a:endParaRPr lang="ru-RU" sz="1600" dirty="0">
              <a:solidFill>
                <a:srgbClr val="102D69"/>
              </a:solidFill>
              <a:latin typeface="HSE Sans" panose="02000000000000000000" pitchFamily="2" charset="0"/>
            </a:endParaRPr>
          </a:p>
        </p:txBody>
      </p:sp>
      <p:sp>
        <p:nvSpPr>
          <p:cNvPr id="19" name="Текст 16">
            <a:extLst>
              <a:ext uri="{FF2B5EF4-FFF2-40B4-BE49-F238E27FC236}">
                <a16:creationId xmlns:a16="http://schemas.microsoft.com/office/drawing/2014/main" id="{A7333712-9DED-4F4B-B209-2F13075EDB3F}"/>
              </a:ext>
            </a:extLst>
          </p:cNvPr>
          <p:cNvSpPr>
            <a:spLocks noGrp="1"/>
          </p:cNvSpPr>
          <p:nvPr>
            <p:ph type="body" sz="quarter" idx="18" hasCustomPrompt="1"/>
          </p:nvPr>
        </p:nvSpPr>
        <p:spPr>
          <a:xfrm>
            <a:off x="585788" y="5739189"/>
            <a:ext cx="6824303" cy="703205"/>
          </a:xfrm>
        </p:spPr>
        <p:txBody>
          <a:bodyPr lIns="0" tIns="0" rIns="0" bIns="0">
            <a:normAutofit/>
          </a:bodyPr>
          <a:lstStyle>
            <a:lvl1pPr marL="0" marR="0" indent="0" algn="l" defTabSz="914400" rtl="0" eaLnBrk="1" fontAlgn="auto" latinLnBrk="0" hangingPunct="1">
              <a:lnSpc>
                <a:spcPct val="100000"/>
              </a:lnSpc>
              <a:spcBef>
                <a:spcPts val="600"/>
              </a:spcBef>
              <a:spcAft>
                <a:spcPts val="0"/>
              </a:spcAft>
              <a:buClrTx/>
              <a:buSzTx/>
              <a:buFontTx/>
              <a:buNone/>
              <a:tabLst/>
              <a:defRPr sz="1300" b="0" i="0">
                <a:solidFill>
                  <a:srgbClr val="0E2D69"/>
                </a:solidFill>
                <a:latin typeface="HSE Sans" panose="02000000000000000000" pitchFamily="2" charset="0"/>
              </a:defRPr>
            </a:lvl1pPr>
            <a:lvl2pPr>
              <a:defRPr sz="1300" b="0" i="0">
                <a:solidFill>
                  <a:srgbClr val="0E2D69"/>
                </a:solidFill>
                <a:latin typeface="HSE Sans" panose="02000000000000000000" pitchFamily="2" charset="0"/>
              </a:defRPr>
            </a:lvl2pPr>
            <a:lvl3pPr>
              <a:defRPr sz="1300" b="0" i="0">
                <a:solidFill>
                  <a:srgbClr val="0E2D69"/>
                </a:solidFill>
                <a:latin typeface="HSE Sans" panose="02000000000000000000" pitchFamily="2" charset="0"/>
              </a:defRPr>
            </a:lvl3pPr>
            <a:lvl4pPr>
              <a:defRPr sz="1300" b="0" i="0">
                <a:solidFill>
                  <a:srgbClr val="0E2D69"/>
                </a:solidFill>
                <a:latin typeface="HSE Sans" panose="02000000000000000000" pitchFamily="2" charset="0"/>
              </a:defRPr>
            </a:lvl4pPr>
            <a:lvl5pPr>
              <a:defRPr sz="1300" b="0" i="0">
                <a:solidFill>
                  <a:srgbClr val="0E2D69"/>
                </a:solidFill>
                <a:latin typeface="HSE Sans" panose="02000000000000000000" pitchFamily="2" charset="0"/>
              </a:defRPr>
            </a:lvl5pPr>
          </a:lstStyle>
          <a:p>
            <a:pPr marL="0" marR="0" lvl="0" indent="0" algn="l" defTabSz="914400" rtl="0" eaLnBrk="1" fontAlgn="auto" latinLnBrk="0" hangingPunct="1">
              <a:lnSpc>
                <a:spcPct val="100000"/>
              </a:lnSpc>
              <a:spcBef>
                <a:spcPts val="600"/>
              </a:spcBef>
              <a:spcAft>
                <a:spcPts val="0"/>
              </a:spcAft>
              <a:buClrTx/>
              <a:buSzTx/>
              <a:buFontTx/>
              <a:buNone/>
              <a:tabLst/>
              <a:defRPr/>
            </a:pPr>
            <a:r>
              <a:rPr lang="ru-RU" sz="1300" b="0" dirty="0">
                <a:ln>
                  <a:noFill/>
                </a:ln>
                <a:latin typeface="HSE Sans" panose="02000000000000000000" pitchFamily="2" charset="0"/>
              </a:rPr>
              <a:t>Мы рекомендуем очень аккуратно использовать жирное начертание, старайтесь выделять жирным самое важное. </a:t>
            </a:r>
            <a:r>
              <a:rPr lang="ru-RU" sz="1300" dirty="0">
                <a:latin typeface="HSE Sans" panose="02000000000000000000" pitchFamily="2" charset="0"/>
              </a:rPr>
              <a:t>Также старайтесь не использовать выделение жирным начертанием вместе с заливкой ячеек каким-либо цветом, достаточно и одного акцента.</a:t>
            </a:r>
            <a:endParaRPr lang="en-RU" sz="1300" b="0">
              <a:ln>
                <a:noFill/>
              </a:ln>
              <a:latin typeface="HSE Sans" panose="02000000000000000000" pitchFamily="2" charset="0"/>
            </a:endParaRPr>
          </a:p>
        </p:txBody>
      </p:sp>
      <p:sp>
        <p:nvSpPr>
          <p:cNvPr id="20" name="Таблица 18">
            <a:extLst>
              <a:ext uri="{FF2B5EF4-FFF2-40B4-BE49-F238E27FC236}">
                <a16:creationId xmlns:a16="http://schemas.microsoft.com/office/drawing/2014/main" id="{DD467C42-8209-B740-8419-DBB6A6F7D5EE}"/>
              </a:ext>
            </a:extLst>
          </p:cNvPr>
          <p:cNvSpPr>
            <a:spLocks noGrp="1"/>
          </p:cNvSpPr>
          <p:nvPr>
            <p:ph type="tbl" sz="quarter" idx="19"/>
          </p:nvPr>
        </p:nvSpPr>
        <p:spPr>
          <a:xfrm>
            <a:off x="585787" y="2208362"/>
            <a:ext cx="7617895" cy="3295290"/>
          </a:xfrm>
        </p:spPr>
        <p:txBody>
          <a:bodyPr/>
          <a:lstStyle/>
          <a:p>
            <a:endParaRPr lang="ru-RU"/>
          </a:p>
        </p:txBody>
      </p:sp>
      <p:sp>
        <p:nvSpPr>
          <p:cNvPr id="21" name="Текст 35">
            <a:extLst>
              <a:ext uri="{FF2B5EF4-FFF2-40B4-BE49-F238E27FC236}">
                <a16:creationId xmlns:a16="http://schemas.microsoft.com/office/drawing/2014/main" id="{B4309850-76EA-224C-A9E2-B6BBDBF99DE2}"/>
              </a:ext>
            </a:extLst>
          </p:cNvPr>
          <p:cNvSpPr>
            <a:spLocks noGrp="1"/>
          </p:cNvSpPr>
          <p:nvPr>
            <p:ph type="body" sz="quarter" idx="12" hasCustomPrompt="1"/>
          </p:nvPr>
        </p:nvSpPr>
        <p:spPr>
          <a:xfrm>
            <a:off x="8686807" y="2208363"/>
            <a:ext cx="2930666" cy="2570672"/>
          </a:xfr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r>
              <a:rPr lang="en-GB" sz="1300" dirty="0">
                <a:latin typeface="HSE Sans" panose="02000000000000000000" pitchFamily="2" charset="0"/>
              </a:rPr>
              <a:t>Lorem ipsum </a:t>
            </a:r>
            <a:r>
              <a:rPr lang="en-GB" sz="1300" dirty="0" err="1">
                <a:latin typeface="HSE Sans" panose="02000000000000000000" pitchFamily="2" charset="0"/>
              </a:rPr>
              <a:t>dolor</a:t>
            </a:r>
            <a:r>
              <a:rPr lang="en-GB" sz="1300" dirty="0">
                <a:latin typeface="HSE Sans" panose="02000000000000000000" pitchFamily="2" charset="0"/>
              </a:rPr>
              <a:t> sit </a:t>
            </a:r>
            <a:r>
              <a:rPr lang="en-GB" sz="1300" dirty="0" err="1">
                <a:latin typeface="HSE Sans" panose="02000000000000000000" pitchFamily="2" charset="0"/>
              </a:rPr>
              <a:t>amet</a:t>
            </a:r>
            <a:r>
              <a:rPr lang="en-GB" sz="1300" dirty="0">
                <a:latin typeface="HSE Sans" panose="02000000000000000000" pitchFamily="2" charset="0"/>
              </a:rPr>
              <a:t>, </a:t>
            </a:r>
            <a:r>
              <a:rPr lang="en-GB" sz="1300" dirty="0" err="1">
                <a:latin typeface="HSE Sans" panose="02000000000000000000" pitchFamily="2" charset="0"/>
              </a:rPr>
              <a:t>consectetur</a:t>
            </a:r>
            <a:r>
              <a:rPr lang="en-GB" sz="1300" dirty="0">
                <a:latin typeface="HSE Sans" panose="02000000000000000000" pitchFamily="2" charset="0"/>
              </a:rPr>
              <a:t> </a:t>
            </a:r>
            <a:r>
              <a:rPr lang="en-GB" sz="1300" dirty="0" err="1">
                <a:latin typeface="HSE Sans" panose="02000000000000000000" pitchFamily="2" charset="0"/>
              </a:rPr>
              <a:t>adipiscing</a:t>
            </a:r>
            <a:r>
              <a:rPr lang="en-GB" sz="1300" dirty="0">
                <a:latin typeface="HSE Sans" panose="02000000000000000000" pitchFamily="2" charset="0"/>
              </a:rPr>
              <a:t> </a:t>
            </a:r>
            <a:r>
              <a:rPr lang="en-GB" sz="1300" dirty="0" err="1">
                <a:latin typeface="HSE Sans" panose="02000000000000000000" pitchFamily="2" charset="0"/>
              </a:rPr>
              <a:t>elit</a:t>
            </a:r>
            <a:r>
              <a:rPr lang="en-GB" sz="1300" dirty="0">
                <a:latin typeface="HSE Sans" panose="02000000000000000000" pitchFamily="2" charset="0"/>
              </a:rPr>
              <a:t>, </a:t>
            </a:r>
            <a:r>
              <a:rPr lang="en-GB" sz="1300" dirty="0" err="1">
                <a:latin typeface="HSE Sans" panose="02000000000000000000" pitchFamily="2" charset="0"/>
              </a:rPr>
              <a:t>sed</a:t>
            </a:r>
            <a:r>
              <a:rPr lang="en-GB" sz="1300" dirty="0">
                <a:latin typeface="HSE Sans" panose="02000000000000000000" pitchFamily="2" charset="0"/>
              </a:rPr>
              <a:t> do </a:t>
            </a:r>
            <a:r>
              <a:rPr lang="en-GB" sz="1300" dirty="0" err="1">
                <a:latin typeface="HSE Sans" panose="02000000000000000000" pitchFamily="2" charset="0"/>
              </a:rPr>
              <a:t>eiusmod</a:t>
            </a:r>
            <a:r>
              <a:rPr lang="en-GB" sz="1300" dirty="0">
                <a:latin typeface="HSE Sans" panose="02000000000000000000" pitchFamily="2" charset="0"/>
              </a:rPr>
              <a:t> </a:t>
            </a:r>
            <a:r>
              <a:rPr lang="en-GB" sz="1300" dirty="0" err="1">
                <a:latin typeface="HSE Sans" panose="02000000000000000000" pitchFamily="2" charset="0"/>
              </a:rPr>
              <a:t>tempor</a:t>
            </a:r>
            <a:r>
              <a:rPr lang="en-GB" sz="1300" dirty="0">
                <a:latin typeface="HSE Sans" panose="02000000000000000000" pitchFamily="2" charset="0"/>
              </a:rPr>
              <a:t> </a:t>
            </a:r>
            <a:r>
              <a:rPr lang="en-GB" sz="1300" dirty="0" err="1">
                <a:latin typeface="HSE Sans" panose="02000000000000000000" pitchFamily="2" charset="0"/>
              </a:rPr>
              <a:t>incididunt</a:t>
            </a:r>
            <a:r>
              <a:rPr lang="en-GB" sz="1300" dirty="0">
                <a:latin typeface="HSE Sans" panose="02000000000000000000" pitchFamily="2" charset="0"/>
              </a:rPr>
              <a:t> </a:t>
            </a:r>
            <a:r>
              <a:rPr lang="en-GB" sz="1300" dirty="0" err="1">
                <a:latin typeface="HSE Sans" panose="02000000000000000000" pitchFamily="2" charset="0"/>
              </a:rPr>
              <a:t>ut</a:t>
            </a:r>
            <a:r>
              <a:rPr lang="en-GB" sz="1300" dirty="0">
                <a:latin typeface="HSE Sans" panose="02000000000000000000" pitchFamily="2" charset="0"/>
              </a:rPr>
              <a:t> </a:t>
            </a:r>
            <a:r>
              <a:rPr lang="en-GB" sz="1300" dirty="0" err="1">
                <a:latin typeface="HSE Sans" panose="02000000000000000000" pitchFamily="2" charset="0"/>
              </a:rPr>
              <a:t>labore</a:t>
            </a:r>
            <a:r>
              <a:rPr lang="en-GB" sz="1300" dirty="0">
                <a:latin typeface="HSE Sans" panose="02000000000000000000" pitchFamily="2" charset="0"/>
              </a:rPr>
              <a:t> et dolore magna </a:t>
            </a:r>
            <a:r>
              <a:rPr lang="en-GB" sz="1300" dirty="0" err="1">
                <a:latin typeface="HSE Sans" panose="02000000000000000000" pitchFamily="2" charset="0"/>
              </a:rPr>
              <a:t>aliqua</a:t>
            </a:r>
            <a:r>
              <a:rPr lang="en-GB" sz="1300" dirty="0">
                <a:latin typeface="HSE Sans" panose="02000000000000000000" pitchFamily="2" charset="0"/>
              </a:rPr>
              <a:t>. Ut </a:t>
            </a:r>
            <a:r>
              <a:rPr lang="en-GB" sz="1300" dirty="0" err="1">
                <a:latin typeface="HSE Sans" panose="02000000000000000000" pitchFamily="2" charset="0"/>
              </a:rPr>
              <a:t>enim</a:t>
            </a:r>
            <a:r>
              <a:rPr lang="en-GB" sz="1300" dirty="0">
                <a:latin typeface="HSE Sans" panose="02000000000000000000" pitchFamily="2" charset="0"/>
              </a:rPr>
              <a:t> ad minim </a:t>
            </a:r>
            <a:r>
              <a:rPr lang="en-GB" sz="1300" dirty="0" err="1">
                <a:latin typeface="HSE Sans" panose="02000000000000000000" pitchFamily="2" charset="0"/>
              </a:rPr>
              <a:t>veniam</a:t>
            </a:r>
            <a:r>
              <a:rPr lang="en-GB" sz="1300" dirty="0">
                <a:latin typeface="HSE Sans" panose="02000000000000000000" pitchFamily="2" charset="0"/>
              </a:rPr>
              <a:t>, </a:t>
            </a:r>
            <a:r>
              <a:rPr lang="en-GB" sz="1300" dirty="0" err="1">
                <a:latin typeface="HSE Sans" panose="02000000000000000000" pitchFamily="2" charset="0"/>
              </a:rPr>
              <a:t>quis</a:t>
            </a:r>
            <a:r>
              <a:rPr lang="en-GB" sz="1300" dirty="0">
                <a:latin typeface="HSE Sans" panose="02000000000000000000" pitchFamily="2" charset="0"/>
              </a:rPr>
              <a:t> </a:t>
            </a:r>
            <a:r>
              <a:rPr lang="en-GB" sz="1300" dirty="0" err="1">
                <a:latin typeface="HSE Sans" panose="02000000000000000000" pitchFamily="2" charset="0"/>
              </a:rPr>
              <a:t>nostrud</a:t>
            </a:r>
            <a:r>
              <a:rPr lang="en-GB" sz="1300" dirty="0">
                <a:latin typeface="HSE Sans" panose="02000000000000000000" pitchFamily="2" charset="0"/>
              </a:rPr>
              <a:t> exercitation </a:t>
            </a:r>
            <a:r>
              <a:rPr lang="en-GB" sz="1300" dirty="0" err="1">
                <a:latin typeface="HSE Sans" panose="02000000000000000000" pitchFamily="2" charset="0"/>
              </a:rPr>
              <a:t>ullamco</a:t>
            </a:r>
            <a:r>
              <a:rPr lang="en-GB" sz="1300" dirty="0">
                <a:latin typeface="HSE Sans" panose="02000000000000000000" pitchFamily="2" charset="0"/>
              </a:rPr>
              <a:t> </a:t>
            </a:r>
            <a:r>
              <a:rPr lang="en-GB" sz="1300" dirty="0" err="1">
                <a:latin typeface="HSE Sans" panose="02000000000000000000" pitchFamily="2" charset="0"/>
              </a:rPr>
              <a:t>laboris</a:t>
            </a:r>
            <a:r>
              <a:rPr lang="en-GB" sz="1300" dirty="0">
                <a:latin typeface="HSE Sans" panose="02000000000000000000" pitchFamily="2" charset="0"/>
              </a:rPr>
              <a:t> nisi </a:t>
            </a:r>
            <a:r>
              <a:rPr lang="en-GB" sz="1300" dirty="0" err="1">
                <a:latin typeface="HSE Sans" panose="02000000000000000000" pitchFamily="2" charset="0"/>
              </a:rPr>
              <a:t>ut</a:t>
            </a:r>
            <a:r>
              <a:rPr lang="en-GB" sz="1300" dirty="0">
                <a:latin typeface="HSE Sans" panose="02000000000000000000" pitchFamily="2" charset="0"/>
              </a:rPr>
              <a:t> </a:t>
            </a:r>
            <a:r>
              <a:rPr lang="en-GB" sz="1300" dirty="0" err="1">
                <a:latin typeface="HSE Sans" panose="02000000000000000000" pitchFamily="2" charset="0"/>
              </a:rPr>
              <a:t>aliquip</a:t>
            </a:r>
            <a:r>
              <a:rPr lang="en-GB" sz="1300" dirty="0">
                <a:latin typeface="HSE Sans" panose="02000000000000000000" pitchFamily="2" charset="0"/>
              </a:rPr>
              <a:t> ex </a:t>
            </a:r>
            <a:r>
              <a:rPr lang="en-GB" sz="1300" dirty="0" err="1">
                <a:latin typeface="HSE Sans" panose="02000000000000000000" pitchFamily="2" charset="0"/>
              </a:rPr>
              <a:t>ea</a:t>
            </a:r>
            <a:r>
              <a:rPr lang="en-GB" sz="1300" dirty="0">
                <a:latin typeface="HSE Sans" panose="02000000000000000000" pitchFamily="2" charset="0"/>
              </a:rPr>
              <a:t> </a:t>
            </a:r>
            <a:r>
              <a:rPr lang="en-GB" sz="1300" dirty="0" err="1">
                <a:latin typeface="HSE Sans" panose="02000000000000000000" pitchFamily="2" charset="0"/>
              </a:rPr>
              <a:t>commodo</a:t>
            </a:r>
            <a:r>
              <a:rPr lang="en-GB" sz="1300" dirty="0">
                <a:latin typeface="HSE Sans" panose="02000000000000000000" pitchFamily="2" charset="0"/>
              </a:rPr>
              <a:t> </a:t>
            </a:r>
            <a:r>
              <a:rPr lang="en-GB" sz="1300" dirty="0" err="1">
                <a:latin typeface="HSE Sans" panose="02000000000000000000" pitchFamily="2" charset="0"/>
              </a:rPr>
              <a:t>consequat</a:t>
            </a:r>
            <a:r>
              <a:rPr lang="en-GB" sz="1300" dirty="0">
                <a:latin typeface="HSE Sans" panose="02000000000000000000" pitchFamily="2" charset="0"/>
              </a:rPr>
              <a:t>. Duis </a:t>
            </a:r>
            <a:r>
              <a:rPr lang="en-GB" sz="1300" dirty="0" err="1">
                <a:latin typeface="HSE Sans" panose="02000000000000000000" pitchFamily="2" charset="0"/>
              </a:rPr>
              <a:t>aute</a:t>
            </a:r>
            <a:r>
              <a:rPr lang="en-GB" sz="1300" dirty="0">
                <a:latin typeface="HSE Sans" panose="02000000000000000000" pitchFamily="2" charset="0"/>
              </a:rPr>
              <a:t> </a:t>
            </a:r>
            <a:r>
              <a:rPr lang="en-GB" sz="1300" dirty="0" err="1">
                <a:latin typeface="HSE Sans" panose="02000000000000000000" pitchFamily="2" charset="0"/>
              </a:rPr>
              <a:t>irure</a:t>
            </a:r>
            <a:r>
              <a:rPr lang="en-GB" sz="1300" dirty="0">
                <a:latin typeface="HSE Sans" panose="02000000000000000000" pitchFamily="2" charset="0"/>
              </a:rPr>
              <a:t> </a:t>
            </a:r>
            <a:r>
              <a:rPr lang="en-GB" sz="1300" dirty="0" err="1">
                <a:latin typeface="HSE Sans" panose="02000000000000000000" pitchFamily="2" charset="0"/>
              </a:rPr>
              <a:t>dolor</a:t>
            </a:r>
            <a:r>
              <a:rPr lang="en-GB" sz="1300" dirty="0">
                <a:latin typeface="HSE Sans" panose="02000000000000000000" pitchFamily="2" charset="0"/>
              </a:rPr>
              <a:t> in </a:t>
            </a:r>
            <a:r>
              <a:rPr lang="en-GB" sz="1300" dirty="0" err="1">
                <a:latin typeface="HSE Sans" panose="02000000000000000000" pitchFamily="2" charset="0"/>
              </a:rPr>
              <a:t>reprehenderit</a:t>
            </a:r>
            <a:r>
              <a:rPr lang="en-GB" sz="1300" dirty="0">
                <a:latin typeface="HSE Sans" panose="02000000000000000000" pitchFamily="2" charset="0"/>
              </a:rPr>
              <a:t> in </a:t>
            </a:r>
            <a:r>
              <a:rPr lang="en-GB" sz="1300" dirty="0" err="1">
                <a:latin typeface="HSE Sans" panose="02000000000000000000" pitchFamily="2" charset="0"/>
              </a:rPr>
              <a:t>voluptate</a:t>
            </a:r>
            <a:r>
              <a:rPr lang="en-GB" sz="1300" dirty="0">
                <a:latin typeface="HSE Sans" panose="02000000000000000000" pitchFamily="2" charset="0"/>
              </a:rPr>
              <a:t> </a:t>
            </a:r>
            <a:r>
              <a:rPr lang="en-GB" sz="1300" dirty="0" err="1">
                <a:latin typeface="HSE Sans" panose="02000000000000000000" pitchFamily="2" charset="0"/>
              </a:rPr>
              <a:t>velit</a:t>
            </a:r>
            <a:r>
              <a:rPr lang="en-GB" sz="1300" dirty="0">
                <a:latin typeface="HSE Sans" panose="02000000000000000000" pitchFamily="2" charset="0"/>
              </a:rPr>
              <a:t> </a:t>
            </a:r>
            <a:r>
              <a:rPr lang="en-GB" sz="1300" dirty="0" err="1">
                <a:latin typeface="HSE Sans" panose="02000000000000000000" pitchFamily="2" charset="0"/>
              </a:rPr>
              <a:t>esse</a:t>
            </a:r>
            <a:r>
              <a:rPr lang="en-GB" sz="1300" dirty="0">
                <a:latin typeface="HSE Sans" panose="02000000000000000000" pitchFamily="2" charset="0"/>
              </a:rPr>
              <a:t> </a:t>
            </a:r>
            <a:r>
              <a:rPr lang="en-GB" sz="1300" dirty="0" err="1">
                <a:latin typeface="HSE Sans" panose="02000000000000000000" pitchFamily="2" charset="0"/>
              </a:rPr>
              <a:t>cillum</a:t>
            </a:r>
            <a:r>
              <a:rPr lang="en-GB" sz="1300" dirty="0">
                <a:latin typeface="HSE Sans" panose="02000000000000000000" pitchFamily="2" charset="0"/>
              </a:rPr>
              <a:t> dolore </a:t>
            </a:r>
            <a:r>
              <a:rPr lang="en-GB" sz="1300" dirty="0" err="1">
                <a:latin typeface="HSE Sans" panose="02000000000000000000" pitchFamily="2" charset="0"/>
              </a:rPr>
              <a:t>eu</a:t>
            </a:r>
            <a:r>
              <a:rPr lang="en-GB" sz="1300" dirty="0">
                <a:latin typeface="HSE Sans" panose="02000000000000000000" pitchFamily="2" charset="0"/>
              </a:rPr>
              <a:t> </a:t>
            </a:r>
            <a:r>
              <a:rPr lang="en-GB" sz="1300" dirty="0" err="1">
                <a:latin typeface="HSE Sans" panose="02000000000000000000" pitchFamily="2" charset="0"/>
              </a:rPr>
              <a:t>fugiat</a:t>
            </a:r>
            <a:r>
              <a:rPr lang="en-GB" sz="1300" dirty="0">
                <a:latin typeface="HSE Sans" panose="02000000000000000000" pitchFamily="2" charset="0"/>
              </a:rPr>
              <a:t> </a:t>
            </a:r>
            <a:r>
              <a:rPr lang="en-GB" sz="1300" dirty="0" err="1">
                <a:latin typeface="HSE Sans" panose="02000000000000000000" pitchFamily="2" charset="0"/>
              </a:rPr>
              <a:t>nulla</a:t>
            </a:r>
            <a:r>
              <a:rPr lang="en-GB" sz="1300" dirty="0">
                <a:latin typeface="HSE Sans" panose="02000000000000000000" pitchFamily="2" charset="0"/>
              </a:rPr>
              <a:t> </a:t>
            </a:r>
            <a:r>
              <a:rPr lang="en-GB" sz="1300" dirty="0" err="1">
                <a:latin typeface="HSE Sans" panose="02000000000000000000" pitchFamily="2" charset="0"/>
              </a:rPr>
              <a:t>pariatur</a:t>
            </a:r>
            <a:r>
              <a:rPr lang="en-GB" sz="1300" dirty="0">
                <a:latin typeface="HSE Sans" panose="02000000000000000000" pitchFamily="2" charset="0"/>
              </a:rPr>
              <a:t>. </a:t>
            </a:r>
            <a:r>
              <a:rPr lang="en-GB" sz="1300" dirty="0" err="1">
                <a:latin typeface="HSE Sans" panose="02000000000000000000" pitchFamily="2" charset="0"/>
              </a:rPr>
              <a:t>Excepteur</a:t>
            </a:r>
            <a:r>
              <a:rPr lang="en-GB" sz="1300" dirty="0">
                <a:latin typeface="HSE Sans" panose="02000000000000000000" pitchFamily="2" charset="0"/>
              </a:rPr>
              <a:t> </a:t>
            </a:r>
            <a:r>
              <a:rPr lang="en-GB" sz="1300" dirty="0" err="1">
                <a:latin typeface="HSE Sans" panose="02000000000000000000" pitchFamily="2" charset="0"/>
              </a:rPr>
              <a:t>sint</a:t>
            </a:r>
            <a:r>
              <a:rPr lang="en-GB" sz="1300" dirty="0">
                <a:latin typeface="HSE Sans" panose="02000000000000000000" pitchFamily="2" charset="0"/>
              </a:rPr>
              <a:t> </a:t>
            </a:r>
            <a:r>
              <a:rPr lang="en-GB" sz="1300" dirty="0" err="1">
                <a:latin typeface="HSE Sans" panose="02000000000000000000" pitchFamily="2" charset="0"/>
              </a:rPr>
              <a:t>occaecat</a:t>
            </a:r>
            <a:r>
              <a:rPr lang="en-GB" sz="1300" dirty="0">
                <a:latin typeface="HSE Sans" panose="02000000000000000000" pitchFamily="2" charset="0"/>
              </a:rPr>
              <a:t> </a:t>
            </a:r>
            <a:r>
              <a:rPr lang="en-GB" sz="1300" dirty="0" err="1">
                <a:latin typeface="HSE Sans" panose="02000000000000000000" pitchFamily="2" charset="0"/>
              </a:rPr>
              <a:t>cupidatat</a:t>
            </a:r>
            <a:r>
              <a:rPr lang="en-GB" sz="1300" dirty="0">
                <a:latin typeface="HSE Sans" panose="02000000000000000000" pitchFamily="2" charset="0"/>
              </a:rPr>
              <a:t> non </a:t>
            </a:r>
            <a:r>
              <a:rPr lang="en-GB" sz="1300" dirty="0" err="1">
                <a:latin typeface="HSE Sans" panose="02000000000000000000" pitchFamily="2" charset="0"/>
              </a:rPr>
              <a:t>proident</a:t>
            </a:r>
            <a:r>
              <a:rPr lang="en-GB" sz="1300" dirty="0">
                <a:latin typeface="HSE Sans" panose="02000000000000000000" pitchFamily="2" charset="0"/>
              </a:rPr>
              <a:t>, sunt in culpa qui </a:t>
            </a:r>
            <a:r>
              <a:rPr lang="en-GB" sz="1300" dirty="0" err="1">
                <a:latin typeface="HSE Sans" panose="02000000000000000000" pitchFamily="2" charset="0"/>
              </a:rPr>
              <a:t>officia</a:t>
            </a:r>
            <a:r>
              <a:rPr lang="en-GB" sz="1300" dirty="0">
                <a:latin typeface="HSE Sans" panose="02000000000000000000" pitchFamily="2" charset="0"/>
              </a:rPr>
              <a:t> </a:t>
            </a:r>
            <a:r>
              <a:rPr lang="en-GB" sz="1300" dirty="0" err="1">
                <a:latin typeface="HSE Sans" panose="02000000000000000000" pitchFamily="2" charset="0"/>
              </a:rPr>
              <a:t>deserunt</a:t>
            </a:r>
            <a:r>
              <a:rPr lang="en-GB" sz="1300" dirty="0">
                <a:latin typeface="HSE Sans" panose="02000000000000000000" pitchFamily="2" charset="0"/>
              </a:rPr>
              <a:t> </a:t>
            </a:r>
            <a:r>
              <a:rPr lang="en-GB" sz="1300" dirty="0" err="1">
                <a:latin typeface="HSE Sans" panose="02000000000000000000" pitchFamily="2" charset="0"/>
              </a:rPr>
              <a:t>mollit</a:t>
            </a:r>
            <a:r>
              <a:rPr lang="en-GB" sz="1300" dirty="0">
                <a:latin typeface="HSE Sans" panose="02000000000000000000" pitchFamily="2" charset="0"/>
              </a:rPr>
              <a:t> </a:t>
            </a:r>
            <a:r>
              <a:rPr lang="en-GB" sz="1300" dirty="0" err="1">
                <a:latin typeface="HSE Sans" panose="02000000000000000000" pitchFamily="2" charset="0"/>
              </a:rPr>
              <a:t>anim</a:t>
            </a:r>
            <a:r>
              <a:rPr lang="en-GB" sz="1300" dirty="0">
                <a:latin typeface="HSE Sans" panose="02000000000000000000" pitchFamily="2" charset="0"/>
              </a:rPr>
              <a:t> id </a:t>
            </a:r>
            <a:r>
              <a:rPr lang="en-GB" sz="1300" dirty="0" err="1">
                <a:latin typeface="HSE Sans" panose="02000000000000000000" pitchFamily="2" charset="0"/>
              </a:rPr>
              <a:t>est</a:t>
            </a:r>
            <a:r>
              <a:rPr lang="en-GB" sz="1300" dirty="0">
                <a:latin typeface="HSE Sans" panose="02000000000000000000" pitchFamily="2" charset="0"/>
              </a:rPr>
              <a:t> </a:t>
            </a:r>
            <a:r>
              <a:rPr lang="en-GB" sz="1300" dirty="0" err="1">
                <a:latin typeface="HSE Sans" panose="02000000000000000000" pitchFamily="2" charset="0"/>
              </a:rPr>
              <a:t>laborum</a:t>
            </a:r>
            <a:r>
              <a:rPr lang="en-GB" sz="1300" dirty="0">
                <a:latin typeface="HSE Sans" panose="02000000000000000000" pitchFamily="2" charset="0"/>
              </a:rPr>
              <a:t>.</a:t>
            </a:r>
            <a:endParaRPr lang="ru-RU" sz="1300" dirty="0">
              <a:latin typeface="HSE Sans" panose="02000000000000000000" pitchFamily="2" charset="0"/>
            </a:endParaRPr>
          </a:p>
        </p:txBody>
      </p:sp>
    </p:spTree>
    <p:extLst>
      <p:ext uri="{BB962C8B-B14F-4D97-AF65-F5344CB8AC3E}">
        <p14:creationId xmlns:p14="http://schemas.microsoft.com/office/powerpoint/2010/main" val="3236771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цвет">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Picture 4" descr="Icon&#10;&#10;Description automatically generated">
            <a:extLst>
              <a:ext uri="{FF2B5EF4-FFF2-40B4-BE49-F238E27FC236}">
                <a16:creationId xmlns:a16="http://schemas.microsoft.com/office/drawing/2014/main" id="{9328428E-0D3D-6E4B-BAC0-3F63BAF7DB74}"/>
              </a:ext>
            </a:extLst>
          </p:cNvPr>
          <p:cNvPicPr>
            <a:picLocks noChangeAspect="1"/>
          </p:cNvPicPr>
          <p:nvPr userDrawn="1"/>
        </p:nvPicPr>
        <p:blipFill>
          <a:blip r:embed="rId3"/>
          <a:stretch>
            <a:fillRect/>
          </a:stretch>
        </p:blipFill>
        <p:spPr>
          <a:xfrm>
            <a:off x="517199" y="464363"/>
            <a:ext cx="448276" cy="448276"/>
          </a:xfrm>
          <a:prstGeom prst="rect">
            <a:avLst/>
          </a:prstGeom>
        </p:spPr>
      </p:pic>
      <p:cxnSp>
        <p:nvCxnSpPr>
          <p:cNvPr id="8" name="Straight Connector 19">
            <a:extLst>
              <a:ext uri="{FF2B5EF4-FFF2-40B4-BE49-F238E27FC236}">
                <a16:creationId xmlns:a16="http://schemas.microsoft.com/office/drawing/2014/main" id="{86CF47C6-D972-9E44-A717-6848F3489399}"/>
              </a:ext>
            </a:extLst>
          </p:cNvPr>
          <p:cNvCxnSpPr>
            <a:cxnSpLocks/>
          </p:cNvCxnSpPr>
          <p:nvPr userDrawn="1"/>
        </p:nvCxnSpPr>
        <p:spPr>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9" name="Straight Connector 21">
            <a:extLst>
              <a:ext uri="{FF2B5EF4-FFF2-40B4-BE49-F238E27FC236}">
                <a16:creationId xmlns:a16="http://schemas.microsoft.com/office/drawing/2014/main" id="{412FEF63-77C0-7C4A-B9BE-4BC0EEEEB78C}"/>
              </a:ext>
            </a:extLst>
          </p:cNvPr>
          <p:cNvCxnSpPr>
            <a:cxnSpLocks/>
          </p:cNvCxnSpPr>
          <p:nvPr userDrawn="1"/>
        </p:nvCxnSpPr>
        <p:spPr>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0" name="Straight Connector 25">
            <a:extLst>
              <a:ext uri="{FF2B5EF4-FFF2-40B4-BE49-F238E27FC236}">
                <a16:creationId xmlns:a16="http://schemas.microsoft.com/office/drawing/2014/main" id="{C4F550E9-E979-284D-B65F-44E092DD9D02}"/>
              </a:ext>
            </a:extLst>
          </p:cNvPr>
          <p:cNvCxnSpPr>
            <a:cxnSpLocks/>
          </p:cNvCxnSpPr>
          <p:nvPr userDrawn="1"/>
        </p:nvCxn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3A39D099-B515-F343-BF7A-A95468DA3860}"/>
              </a:ext>
            </a:extLst>
          </p:cNvPr>
          <p:cNvSpPr txBox="1"/>
          <p:nvPr userDrawn="1"/>
        </p:nvSpPr>
        <p:spPr>
          <a:xfrm>
            <a:off x="10410201" y="532278"/>
            <a:ext cx="671977" cy="307777"/>
          </a:xfrm>
          <a:prstGeom prst="rect">
            <a:avLst/>
          </a:prstGeom>
          <a:noFill/>
        </p:spPr>
        <p:txBody>
          <a:bodyPr wrap="square" lIns="0" tIns="0" rIns="0" bIns="0" rtlCol="0">
            <a:spAutoFit/>
          </a:bodyPr>
          <a:lstStyle/>
          <a:p>
            <a:fld id="{32AF94B5-93D7-5247-B727-C7089232F508}" type="slidenum">
              <a:rPr lang="ru-RU" sz="2000" smtClean="0">
                <a:solidFill>
                  <a:srgbClr val="102D69"/>
                </a:solidFill>
                <a:latin typeface="HSE Sans" panose="02000000000000000000" pitchFamily="2" charset="0"/>
              </a:rPr>
              <a:t>‹#›</a:t>
            </a:fld>
            <a:endParaRPr lang="ru-RU" sz="2000" dirty="0">
              <a:solidFill>
                <a:srgbClr val="102D69"/>
              </a:solidFill>
              <a:latin typeface="HSE Sans" panose="02000000000000000000" pitchFamily="2" charset="0"/>
            </a:endParaRPr>
          </a:p>
        </p:txBody>
      </p:sp>
      <p:cxnSp>
        <p:nvCxnSpPr>
          <p:cNvPr id="12" name="Straight Connector 59">
            <a:extLst>
              <a:ext uri="{FF2B5EF4-FFF2-40B4-BE49-F238E27FC236}">
                <a16:creationId xmlns:a16="http://schemas.microsoft.com/office/drawing/2014/main" id="{396B1F99-9711-C64F-A7C9-4F1D89E7F11D}"/>
              </a:ext>
            </a:extLst>
          </p:cNvPr>
          <p:cNvCxnSpPr>
            <a:cxnSpLocks/>
          </p:cNvCxnSpPr>
          <p:nvPr userDrawn="1"/>
        </p:nvCxn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3" name="Текст 37">
            <a:extLst>
              <a:ext uri="{FF2B5EF4-FFF2-40B4-BE49-F238E27FC236}">
                <a16:creationId xmlns:a16="http://schemas.microsoft.com/office/drawing/2014/main" id="{9C21DFE9-C3B2-C54E-9275-7776355F7360}"/>
              </a:ext>
            </a:extLst>
          </p:cNvPr>
          <p:cNvSpPr>
            <a:spLocks noGrp="1"/>
          </p:cNvSpPr>
          <p:nvPr>
            <p:ph type="body" sz="quarter" idx="13" hasCustomPrompt="1"/>
          </p:nvPr>
        </p:nvSpPr>
        <p:spPr>
          <a:xfrm>
            <a:off x="1143689" y="540904"/>
            <a:ext cx="1901825" cy="415925"/>
          </a:xfr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a:latin typeface="HSE Sans" panose="02000000000000000000" pitchFamily="2" charset="0"/>
              </a:defRPr>
            </a:lvl1pPr>
            <a:lvl2pPr marL="457200" indent="0">
              <a:lnSpc>
                <a:spcPct val="100000"/>
              </a:lnSpc>
              <a:buNone/>
              <a:defRPr sz="1000" b="0" i="0">
                <a:latin typeface="HSE Sans" panose="02000000000000000000" pitchFamily="2" charset="0"/>
              </a:defRPr>
            </a:lvl2pPr>
            <a:lvl3pPr marL="914400" indent="0">
              <a:lnSpc>
                <a:spcPct val="100000"/>
              </a:lnSpc>
              <a:buNone/>
              <a:defRPr sz="1000" b="0" i="0">
                <a:latin typeface="HSE Sans" panose="02000000000000000000" pitchFamily="2" charset="0"/>
              </a:defRPr>
            </a:lvl3pPr>
            <a:lvl4pPr marL="1371600" indent="0">
              <a:lnSpc>
                <a:spcPct val="100000"/>
              </a:lnSpc>
              <a:buNone/>
              <a:defRPr sz="1000" b="0" i="0">
                <a:latin typeface="HSE Sans" panose="02000000000000000000" pitchFamily="2" charset="0"/>
              </a:defRPr>
            </a:lvl4pPr>
            <a:lvl5pPr marL="1828800" indent="0">
              <a:lnSpc>
                <a:spcPct val="100000"/>
              </a:lnSpc>
              <a:buNone/>
              <a:defRPr sz="1000" b="0" i="0">
                <a:latin typeface="HSE Sans" panose="02000000000000000000" pitchFamily="2" charset="0"/>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ru-RU" sz="1000" dirty="0">
                <a:latin typeface="HSE Sans" panose="02000000000000000000" pitchFamily="2" charset="0"/>
              </a:rPr>
              <a:t>Название подразделения</a:t>
            </a:r>
            <a:br>
              <a:rPr lang="ru-RU" sz="1000" dirty="0">
                <a:latin typeface="HSE Sans" panose="02000000000000000000" pitchFamily="2" charset="0"/>
              </a:rPr>
            </a:br>
            <a:r>
              <a:rPr lang="ru-RU" sz="1000" dirty="0">
                <a:latin typeface="HSE Sans" panose="02000000000000000000" pitchFamily="2" charset="0"/>
              </a:rPr>
              <a:t>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4" name="Текст 39">
            <a:extLst>
              <a:ext uri="{FF2B5EF4-FFF2-40B4-BE49-F238E27FC236}">
                <a16:creationId xmlns:a16="http://schemas.microsoft.com/office/drawing/2014/main" id="{5A73F99D-6D58-724E-ADB3-150D9B24F8CB}"/>
              </a:ext>
            </a:extLst>
          </p:cNvPr>
          <p:cNvSpPr>
            <a:spLocks noGrp="1"/>
          </p:cNvSpPr>
          <p:nvPr>
            <p:ph type="body" sz="quarter" idx="14" hasCustomPrompt="1"/>
          </p:nvPr>
        </p:nvSpPr>
        <p:spPr>
          <a:xfrm>
            <a:off x="3459163"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презентации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6" name="Текст 39">
            <a:extLst>
              <a:ext uri="{FF2B5EF4-FFF2-40B4-BE49-F238E27FC236}">
                <a16:creationId xmlns:a16="http://schemas.microsoft.com/office/drawing/2014/main" id="{7E89E360-BE39-5041-BAD6-C7B708340AA2}"/>
              </a:ext>
            </a:extLst>
          </p:cNvPr>
          <p:cNvSpPr>
            <a:spLocks noGrp="1"/>
          </p:cNvSpPr>
          <p:nvPr>
            <p:ph type="body" sz="quarter" idx="15" hasCustomPrompt="1"/>
          </p:nvPr>
        </p:nvSpPr>
        <p:spPr>
          <a:xfrm>
            <a:off x="6259892"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раздела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9" name="Заголовок 31">
            <a:extLst>
              <a:ext uri="{FF2B5EF4-FFF2-40B4-BE49-F238E27FC236}">
                <a16:creationId xmlns:a16="http://schemas.microsoft.com/office/drawing/2014/main" id="{1C20890C-BC1C-0745-9AF3-46700BA27C4A}"/>
              </a:ext>
            </a:extLst>
          </p:cNvPr>
          <p:cNvSpPr>
            <a:spLocks noGrp="1"/>
          </p:cNvSpPr>
          <p:nvPr>
            <p:ph type="title" hasCustomPrompt="1"/>
          </p:nvPr>
        </p:nvSpPr>
        <p:spPr>
          <a:xfrm>
            <a:off x="585899" y="1447790"/>
            <a:ext cx="4322530" cy="777025"/>
          </a:xfrm>
        </p:spPr>
        <p:txBody>
          <a:bodyPr lIns="0" tIns="0" rIns="0" bIns="0" anchor="t">
            <a:normAutofit/>
          </a:bodyPr>
          <a:lstStyle>
            <a:lvl1pPr>
              <a:lnSpc>
                <a:spcPct val="100000"/>
              </a:lnSpc>
              <a:defRPr sz="2400" b="0" i="0">
                <a:latin typeface="HSE Sans" panose="02000000000000000000" pitchFamily="2" charset="0"/>
              </a:defRPr>
            </a:lvl1pPr>
          </a:lstStyle>
          <a:p>
            <a:r>
              <a:rPr lang="ru-RU" sz="2400" dirty="0">
                <a:solidFill>
                  <a:srgbClr val="102D69"/>
                </a:solidFill>
                <a:latin typeface="HSE Sans" panose="02000000000000000000" pitchFamily="2" charset="0"/>
              </a:rPr>
              <a:t>Дополнительная </a:t>
            </a:r>
            <a:br>
              <a:rPr lang="ru-RU" sz="2400" dirty="0">
                <a:solidFill>
                  <a:srgbClr val="102D69"/>
                </a:solidFill>
                <a:latin typeface="HSE Sans" panose="02000000000000000000" pitchFamily="2" charset="0"/>
              </a:rPr>
            </a:br>
            <a:r>
              <a:rPr lang="ru-RU" sz="2400" dirty="0">
                <a:solidFill>
                  <a:srgbClr val="102D69"/>
                </a:solidFill>
                <a:latin typeface="HSE Sans" panose="02000000000000000000" pitchFamily="2" charset="0"/>
              </a:rPr>
              <a:t>цветовая гамма</a:t>
            </a:r>
          </a:p>
        </p:txBody>
      </p:sp>
      <p:sp>
        <p:nvSpPr>
          <p:cNvPr id="20" name="Текст 35">
            <a:extLst>
              <a:ext uri="{FF2B5EF4-FFF2-40B4-BE49-F238E27FC236}">
                <a16:creationId xmlns:a16="http://schemas.microsoft.com/office/drawing/2014/main" id="{CA2589F7-4500-024F-8E07-D726629A599C}"/>
              </a:ext>
            </a:extLst>
          </p:cNvPr>
          <p:cNvSpPr>
            <a:spLocks noGrp="1"/>
          </p:cNvSpPr>
          <p:nvPr>
            <p:ph type="body" sz="quarter" idx="12" hasCustomPrompt="1"/>
          </p:nvPr>
        </p:nvSpPr>
        <p:spPr>
          <a:xfrm>
            <a:off x="585898" y="2379663"/>
            <a:ext cx="4322531" cy="2399371"/>
          </a:xfr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r>
              <a:rPr lang="ru-RU" sz="1300" dirty="0">
                <a:latin typeface="HSE Sans" panose="02000000000000000000" pitchFamily="2" charset="0"/>
              </a:rPr>
              <a:t>Для оформления графиков, таблиц, диаграмм могут потребоваться дополнительные цвета и вы совершенно правы, задавая вопрос, какие цвета использовать и где их взять. Мы предлагаем использовать палитру цветов Вышки для этих целей.</a:t>
            </a:r>
          </a:p>
        </p:txBody>
      </p:sp>
      <p:sp>
        <p:nvSpPr>
          <p:cNvPr id="21" name="Oval 5">
            <a:extLst>
              <a:ext uri="{FF2B5EF4-FFF2-40B4-BE49-F238E27FC236}">
                <a16:creationId xmlns:a16="http://schemas.microsoft.com/office/drawing/2014/main" id="{D2CA403A-98E7-6C42-8F44-30AB6622C802}"/>
              </a:ext>
            </a:extLst>
          </p:cNvPr>
          <p:cNvSpPr/>
          <p:nvPr userDrawn="1"/>
        </p:nvSpPr>
        <p:spPr>
          <a:xfrm>
            <a:off x="5392982" y="1447790"/>
            <a:ext cx="830997" cy="830997"/>
          </a:xfrm>
          <a:prstGeom prst="ellipse">
            <a:avLst/>
          </a:prstGeom>
          <a:solidFill>
            <a:srgbClr val="0E2D69"/>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22" name="Oval 20">
            <a:extLst>
              <a:ext uri="{FF2B5EF4-FFF2-40B4-BE49-F238E27FC236}">
                <a16:creationId xmlns:a16="http://schemas.microsoft.com/office/drawing/2014/main" id="{42ABAA5D-E7AB-6E48-9D43-A48178C9BDD4}"/>
              </a:ext>
            </a:extLst>
          </p:cNvPr>
          <p:cNvSpPr/>
          <p:nvPr userDrawn="1"/>
        </p:nvSpPr>
        <p:spPr>
          <a:xfrm>
            <a:off x="6742925" y="1447790"/>
            <a:ext cx="830997" cy="830997"/>
          </a:xfrm>
          <a:prstGeom prst="ellipse">
            <a:avLst/>
          </a:prstGeom>
          <a:solidFill>
            <a:srgbClr val="234A9B"/>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23" name="Oval 22">
            <a:extLst>
              <a:ext uri="{FF2B5EF4-FFF2-40B4-BE49-F238E27FC236}">
                <a16:creationId xmlns:a16="http://schemas.microsoft.com/office/drawing/2014/main" id="{209F185A-8F67-9C42-A7C5-87E483F4FC19}"/>
              </a:ext>
            </a:extLst>
          </p:cNvPr>
          <p:cNvSpPr/>
          <p:nvPr userDrawn="1"/>
        </p:nvSpPr>
        <p:spPr>
          <a:xfrm>
            <a:off x="8092868" y="1447790"/>
            <a:ext cx="830997" cy="830997"/>
          </a:xfrm>
          <a:prstGeom prst="ellipse">
            <a:avLst/>
          </a:prstGeom>
          <a:solidFill>
            <a:srgbClr val="11A0D7"/>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24" name="Oval 23">
            <a:extLst>
              <a:ext uri="{FF2B5EF4-FFF2-40B4-BE49-F238E27FC236}">
                <a16:creationId xmlns:a16="http://schemas.microsoft.com/office/drawing/2014/main" id="{279AE0F6-4E37-6C4D-AF45-824EEE489A15}"/>
              </a:ext>
            </a:extLst>
          </p:cNvPr>
          <p:cNvSpPr/>
          <p:nvPr userDrawn="1"/>
        </p:nvSpPr>
        <p:spPr>
          <a:xfrm>
            <a:off x="9442811" y="1447790"/>
            <a:ext cx="830997" cy="830997"/>
          </a:xfrm>
          <a:prstGeom prst="ellipse">
            <a:avLst/>
          </a:prstGeom>
          <a:solidFill>
            <a:srgbClr val="029C63"/>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25" name="Oval 26">
            <a:extLst>
              <a:ext uri="{FF2B5EF4-FFF2-40B4-BE49-F238E27FC236}">
                <a16:creationId xmlns:a16="http://schemas.microsoft.com/office/drawing/2014/main" id="{330C0EA4-7FD1-CE4D-AC95-8C484C5AC790}"/>
              </a:ext>
            </a:extLst>
          </p:cNvPr>
          <p:cNvSpPr/>
          <p:nvPr userDrawn="1"/>
        </p:nvSpPr>
        <p:spPr>
          <a:xfrm>
            <a:off x="10792754" y="1447790"/>
            <a:ext cx="830997" cy="830997"/>
          </a:xfrm>
          <a:prstGeom prst="ellipse">
            <a:avLst/>
          </a:prstGeom>
          <a:solidFill>
            <a:srgbClr val="EB681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26" name="Oval 29">
            <a:extLst>
              <a:ext uri="{FF2B5EF4-FFF2-40B4-BE49-F238E27FC236}">
                <a16:creationId xmlns:a16="http://schemas.microsoft.com/office/drawing/2014/main" id="{4C53CF3D-7EFB-DF4F-8EA6-5644574E9AFB}"/>
              </a:ext>
            </a:extLst>
          </p:cNvPr>
          <p:cNvSpPr/>
          <p:nvPr userDrawn="1"/>
        </p:nvSpPr>
        <p:spPr>
          <a:xfrm>
            <a:off x="5392982" y="2708699"/>
            <a:ext cx="830997" cy="830997"/>
          </a:xfrm>
          <a:prstGeom prst="ellipse">
            <a:avLst/>
          </a:prstGeom>
          <a:solidFill>
            <a:srgbClr val="7D4EB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27" name="Oval 33">
            <a:extLst>
              <a:ext uri="{FF2B5EF4-FFF2-40B4-BE49-F238E27FC236}">
                <a16:creationId xmlns:a16="http://schemas.microsoft.com/office/drawing/2014/main" id="{B42CE88A-E9A3-2A4E-BD50-EB37311F39EC}"/>
              </a:ext>
            </a:extLst>
          </p:cNvPr>
          <p:cNvSpPr/>
          <p:nvPr userDrawn="1"/>
        </p:nvSpPr>
        <p:spPr>
          <a:xfrm>
            <a:off x="6742925" y="2708699"/>
            <a:ext cx="830997" cy="830997"/>
          </a:xfrm>
          <a:prstGeom prst="ellipse">
            <a:avLst/>
          </a:prstGeom>
          <a:solidFill>
            <a:srgbClr val="E61F3D"/>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28" name="Oval 34">
            <a:extLst>
              <a:ext uri="{FF2B5EF4-FFF2-40B4-BE49-F238E27FC236}">
                <a16:creationId xmlns:a16="http://schemas.microsoft.com/office/drawing/2014/main" id="{B699EFDF-DB9D-3C4F-9D1F-461508017BDA}"/>
              </a:ext>
            </a:extLst>
          </p:cNvPr>
          <p:cNvSpPr/>
          <p:nvPr userDrawn="1"/>
        </p:nvSpPr>
        <p:spPr>
          <a:xfrm>
            <a:off x="8092868" y="2708699"/>
            <a:ext cx="830997" cy="830997"/>
          </a:xfrm>
          <a:prstGeom prst="ellipse">
            <a:avLst/>
          </a:prstGeom>
          <a:solidFill>
            <a:srgbClr val="FBBA00"/>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29" name="Oval 35">
            <a:extLst>
              <a:ext uri="{FF2B5EF4-FFF2-40B4-BE49-F238E27FC236}">
                <a16:creationId xmlns:a16="http://schemas.microsoft.com/office/drawing/2014/main" id="{5DF3131C-EEA1-5446-B567-C9DA0A2A1AFF}"/>
              </a:ext>
            </a:extLst>
          </p:cNvPr>
          <p:cNvSpPr/>
          <p:nvPr userDrawn="1"/>
        </p:nvSpPr>
        <p:spPr>
          <a:xfrm>
            <a:off x="9442811" y="2708699"/>
            <a:ext cx="830997" cy="830997"/>
          </a:xfrm>
          <a:prstGeom prst="ellipse">
            <a:avLst/>
          </a:prstGeom>
          <a:solidFill>
            <a:srgbClr val="7DA0D3"/>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30" name="Oval 36">
            <a:extLst>
              <a:ext uri="{FF2B5EF4-FFF2-40B4-BE49-F238E27FC236}">
                <a16:creationId xmlns:a16="http://schemas.microsoft.com/office/drawing/2014/main" id="{6D03B317-B61D-2945-8C0A-A6EBD87ACD07}"/>
              </a:ext>
            </a:extLst>
          </p:cNvPr>
          <p:cNvSpPr/>
          <p:nvPr userDrawn="1"/>
        </p:nvSpPr>
        <p:spPr>
          <a:xfrm>
            <a:off x="10792754" y="2708699"/>
            <a:ext cx="830997" cy="830997"/>
          </a:xfrm>
          <a:prstGeom prst="ellipse">
            <a:avLst/>
          </a:prstGeom>
          <a:solidFill>
            <a:srgbClr val="47A0A0"/>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31" name="Oval 37">
            <a:extLst>
              <a:ext uri="{FF2B5EF4-FFF2-40B4-BE49-F238E27FC236}">
                <a16:creationId xmlns:a16="http://schemas.microsoft.com/office/drawing/2014/main" id="{9C0266F1-C0B7-624A-A873-5F2C8801E766}"/>
              </a:ext>
            </a:extLst>
          </p:cNvPr>
          <p:cNvSpPr/>
          <p:nvPr userDrawn="1"/>
        </p:nvSpPr>
        <p:spPr>
          <a:xfrm>
            <a:off x="5392982" y="3969609"/>
            <a:ext cx="830997" cy="830997"/>
          </a:xfrm>
          <a:prstGeom prst="ellipse">
            <a:avLst/>
          </a:prstGeom>
          <a:solidFill>
            <a:srgbClr val="EB8C3C"/>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32" name="Oval 38">
            <a:extLst>
              <a:ext uri="{FF2B5EF4-FFF2-40B4-BE49-F238E27FC236}">
                <a16:creationId xmlns:a16="http://schemas.microsoft.com/office/drawing/2014/main" id="{30C0C10E-388C-9843-8270-19D471BD3756}"/>
              </a:ext>
            </a:extLst>
          </p:cNvPr>
          <p:cNvSpPr/>
          <p:nvPr userDrawn="1"/>
        </p:nvSpPr>
        <p:spPr>
          <a:xfrm>
            <a:off x="6742925" y="3969609"/>
            <a:ext cx="830997" cy="830997"/>
          </a:xfrm>
          <a:prstGeom prst="ellipse">
            <a:avLst/>
          </a:prstGeom>
          <a:solidFill>
            <a:srgbClr val="96628C"/>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33" name="Oval 39">
            <a:extLst>
              <a:ext uri="{FF2B5EF4-FFF2-40B4-BE49-F238E27FC236}">
                <a16:creationId xmlns:a16="http://schemas.microsoft.com/office/drawing/2014/main" id="{87047EA3-79D2-8644-A568-E64AA1D7D370}"/>
              </a:ext>
            </a:extLst>
          </p:cNvPr>
          <p:cNvSpPr/>
          <p:nvPr userDrawn="1"/>
        </p:nvSpPr>
        <p:spPr>
          <a:xfrm>
            <a:off x="8092868" y="3969609"/>
            <a:ext cx="830997" cy="830997"/>
          </a:xfrm>
          <a:prstGeom prst="ellipse">
            <a:avLst/>
          </a:prstGeom>
          <a:solidFill>
            <a:srgbClr val="CD5A5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34" name="Oval 40">
            <a:extLst>
              <a:ext uri="{FF2B5EF4-FFF2-40B4-BE49-F238E27FC236}">
                <a16:creationId xmlns:a16="http://schemas.microsoft.com/office/drawing/2014/main" id="{7F5D1C6B-4E6B-0346-A5DC-C511DB14EFD6}"/>
              </a:ext>
            </a:extLst>
          </p:cNvPr>
          <p:cNvSpPr/>
          <p:nvPr userDrawn="1"/>
        </p:nvSpPr>
        <p:spPr>
          <a:xfrm>
            <a:off x="9442811" y="3969609"/>
            <a:ext cx="830997" cy="830997"/>
          </a:xfrm>
          <a:prstGeom prst="ellipse">
            <a:avLst/>
          </a:prstGeom>
          <a:solidFill>
            <a:srgbClr val="FFD746"/>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35" name="Oval 41">
            <a:extLst>
              <a:ext uri="{FF2B5EF4-FFF2-40B4-BE49-F238E27FC236}">
                <a16:creationId xmlns:a16="http://schemas.microsoft.com/office/drawing/2014/main" id="{EB421DBA-35DE-2C4F-A89E-27F0998EF4E8}"/>
              </a:ext>
            </a:extLst>
          </p:cNvPr>
          <p:cNvSpPr/>
          <p:nvPr userDrawn="1"/>
        </p:nvSpPr>
        <p:spPr>
          <a:xfrm>
            <a:off x="10792754" y="3969609"/>
            <a:ext cx="830997" cy="830997"/>
          </a:xfrm>
          <a:prstGeom prst="ellipse">
            <a:avLst/>
          </a:prstGeom>
          <a:solidFill>
            <a:srgbClr val="CDDDF0"/>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36" name="Oval 42">
            <a:extLst>
              <a:ext uri="{FF2B5EF4-FFF2-40B4-BE49-F238E27FC236}">
                <a16:creationId xmlns:a16="http://schemas.microsoft.com/office/drawing/2014/main" id="{081BD842-A9A1-5B44-81ED-A97BA390032B}"/>
              </a:ext>
            </a:extLst>
          </p:cNvPr>
          <p:cNvSpPr/>
          <p:nvPr userDrawn="1"/>
        </p:nvSpPr>
        <p:spPr>
          <a:xfrm>
            <a:off x="5392982" y="5249769"/>
            <a:ext cx="830997" cy="830997"/>
          </a:xfrm>
          <a:prstGeom prst="ellipse">
            <a:avLst/>
          </a:prstGeom>
          <a:solidFill>
            <a:srgbClr val="D7EBB4"/>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37" name="Oval 43">
            <a:extLst>
              <a:ext uri="{FF2B5EF4-FFF2-40B4-BE49-F238E27FC236}">
                <a16:creationId xmlns:a16="http://schemas.microsoft.com/office/drawing/2014/main" id="{036EE7D2-A33A-434C-B272-C82E2CDD4D4D}"/>
              </a:ext>
            </a:extLst>
          </p:cNvPr>
          <p:cNvSpPr/>
          <p:nvPr userDrawn="1"/>
        </p:nvSpPr>
        <p:spPr>
          <a:xfrm>
            <a:off x="6742925" y="5249769"/>
            <a:ext cx="830997" cy="830997"/>
          </a:xfrm>
          <a:prstGeom prst="ellipse">
            <a:avLst/>
          </a:prstGeom>
          <a:solidFill>
            <a:srgbClr val="FFDC91"/>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38" name="Oval 44">
            <a:extLst>
              <a:ext uri="{FF2B5EF4-FFF2-40B4-BE49-F238E27FC236}">
                <a16:creationId xmlns:a16="http://schemas.microsoft.com/office/drawing/2014/main" id="{7DD65DA4-F076-C242-813E-8C17DCABCCFB}"/>
              </a:ext>
            </a:extLst>
          </p:cNvPr>
          <p:cNvSpPr/>
          <p:nvPr userDrawn="1"/>
        </p:nvSpPr>
        <p:spPr>
          <a:xfrm>
            <a:off x="8092868" y="5249769"/>
            <a:ext cx="830997" cy="830997"/>
          </a:xfrm>
          <a:prstGeom prst="ellipse">
            <a:avLst/>
          </a:prstGeom>
          <a:solidFill>
            <a:srgbClr val="D7C3F1"/>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39" name="Oval 45">
            <a:extLst>
              <a:ext uri="{FF2B5EF4-FFF2-40B4-BE49-F238E27FC236}">
                <a16:creationId xmlns:a16="http://schemas.microsoft.com/office/drawing/2014/main" id="{8A44D99D-BF66-2848-B460-F59D8ECF5690}"/>
              </a:ext>
            </a:extLst>
          </p:cNvPr>
          <p:cNvSpPr/>
          <p:nvPr userDrawn="1"/>
        </p:nvSpPr>
        <p:spPr>
          <a:xfrm>
            <a:off x="9442811" y="5249769"/>
            <a:ext cx="830997" cy="830997"/>
          </a:xfrm>
          <a:prstGeom prst="ellipse">
            <a:avLst/>
          </a:prstGeom>
          <a:solidFill>
            <a:srgbClr val="F6C3C3"/>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40" name="Oval 46">
            <a:extLst>
              <a:ext uri="{FF2B5EF4-FFF2-40B4-BE49-F238E27FC236}">
                <a16:creationId xmlns:a16="http://schemas.microsoft.com/office/drawing/2014/main" id="{9B130CEB-3D74-B647-BA6B-32F7D70FD354}"/>
              </a:ext>
            </a:extLst>
          </p:cNvPr>
          <p:cNvSpPr/>
          <p:nvPr userDrawn="1"/>
        </p:nvSpPr>
        <p:spPr>
          <a:xfrm>
            <a:off x="10792754" y="5249769"/>
            <a:ext cx="830997" cy="830997"/>
          </a:xfrm>
          <a:prstGeom prst="ellipse">
            <a:avLst/>
          </a:prstGeom>
          <a:solidFill>
            <a:srgbClr val="FFF07D"/>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Tree>
    <p:extLst>
      <p:ext uri="{BB962C8B-B14F-4D97-AF65-F5344CB8AC3E}">
        <p14:creationId xmlns:p14="http://schemas.microsoft.com/office/powerpoint/2010/main" val="38670546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чистый_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8" name="Picture 4" descr="Icon&#10;&#10;Description automatically generated">
            <a:extLst>
              <a:ext uri="{FF2B5EF4-FFF2-40B4-BE49-F238E27FC236}">
                <a16:creationId xmlns:a16="http://schemas.microsoft.com/office/drawing/2014/main" id="{A7FA04E4-3213-8F41-B068-4DC281441422}"/>
              </a:ext>
            </a:extLst>
          </p:cNvPr>
          <p:cNvPicPr>
            <a:picLocks noChangeAspect="1"/>
          </p:cNvPicPr>
          <p:nvPr userDrawn="1"/>
        </p:nvPicPr>
        <p:blipFill>
          <a:blip r:embed="rId3"/>
          <a:stretch>
            <a:fillRect/>
          </a:stretch>
        </p:blipFill>
        <p:spPr>
          <a:xfrm>
            <a:off x="517199" y="464363"/>
            <a:ext cx="448276" cy="448276"/>
          </a:xfrm>
          <a:prstGeom prst="rect">
            <a:avLst/>
          </a:prstGeom>
        </p:spPr>
      </p:pic>
      <p:cxnSp>
        <p:nvCxnSpPr>
          <p:cNvPr id="9" name="Straight Connector 19">
            <a:extLst>
              <a:ext uri="{FF2B5EF4-FFF2-40B4-BE49-F238E27FC236}">
                <a16:creationId xmlns:a16="http://schemas.microsoft.com/office/drawing/2014/main" id="{938052A0-3DF0-DC47-B7E0-C20EF981C230}"/>
              </a:ext>
            </a:extLst>
          </p:cNvPr>
          <p:cNvCxnSpPr>
            <a:cxnSpLocks/>
          </p:cNvCxnSpPr>
          <p:nvPr userDrawn="1"/>
        </p:nvCxnSpPr>
        <p:spPr>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0" name="Straight Connector 21">
            <a:extLst>
              <a:ext uri="{FF2B5EF4-FFF2-40B4-BE49-F238E27FC236}">
                <a16:creationId xmlns:a16="http://schemas.microsoft.com/office/drawing/2014/main" id="{8C6147F0-3CA1-264C-B2B2-F88597196943}"/>
              </a:ext>
            </a:extLst>
          </p:cNvPr>
          <p:cNvCxnSpPr>
            <a:cxnSpLocks/>
          </p:cNvCxnSpPr>
          <p:nvPr userDrawn="1"/>
        </p:nvCxnSpPr>
        <p:spPr>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1" name="Straight Connector 25">
            <a:extLst>
              <a:ext uri="{FF2B5EF4-FFF2-40B4-BE49-F238E27FC236}">
                <a16:creationId xmlns:a16="http://schemas.microsoft.com/office/drawing/2014/main" id="{62CDF50E-4D58-AF4A-ABFD-140AF88B3681}"/>
              </a:ext>
            </a:extLst>
          </p:cNvPr>
          <p:cNvCxnSpPr>
            <a:cxnSpLocks/>
          </p:cNvCxnSpPr>
          <p:nvPr userDrawn="1"/>
        </p:nvCxn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C62171D1-2A5B-7A4A-9760-17CCE51B9802}"/>
              </a:ext>
            </a:extLst>
          </p:cNvPr>
          <p:cNvSpPr txBox="1"/>
          <p:nvPr userDrawn="1"/>
        </p:nvSpPr>
        <p:spPr>
          <a:xfrm>
            <a:off x="10410201" y="532278"/>
            <a:ext cx="671977" cy="307777"/>
          </a:xfrm>
          <a:prstGeom prst="rect">
            <a:avLst/>
          </a:prstGeom>
          <a:noFill/>
        </p:spPr>
        <p:txBody>
          <a:bodyPr wrap="square" lIns="0" tIns="0" rIns="0" bIns="0" rtlCol="0">
            <a:spAutoFit/>
          </a:bodyPr>
          <a:lstStyle/>
          <a:p>
            <a:fld id="{32AF94B5-93D7-5247-B727-C7089232F508}" type="slidenum">
              <a:rPr lang="ru-RU" sz="2000" smtClean="0">
                <a:solidFill>
                  <a:srgbClr val="102D69"/>
                </a:solidFill>
                <a:latin typeface="HSE Sans" panose="02000000000000000000" pitchFamily="2" charset="0"/>
              </a:rPr>
              <a:t>‹#›</a:t>
            </a:fld>
            <a:endParaRPr lang="ru-RU" sz="2000" dirty="0">
              <a:solidFill>
                <a:srgbClr val="102D69"/>
              </a:solidFill>
              <a:latin typeface="HSE Sans" panose="02000000000000000000" pitchFamily="2" charset="0"/>
            </a:endParaRPr>
          </a:p>
        </p:txBody>
      </p:sp>
      <p:cxnSp>
        <p:nvCxnSpPr>
          <p:cNvPr id="13" name="Straight Connector 59">
            <a:extLst>
              <a:ext uri="{FF2B5EF4-FFF2-40B4-BE49-F238E27FC236}">
                <a16:creationId xmlns:a16="http://schemas.microsoft.com/office/drawing/2014/main" id="{3C71A0C3-CD3E-0748-98E5-6B2507CAB296}"/>
              </a:ext>
            </a:extLst>
          </p:cNvPr>
          <p:cNvCxnSpPr>
            <a:cxnSpLocks/>
          </p:cNvCxnSpPr>
          <p:nvPr userDrawn="1"/>
        </p:nvCxn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4" name="Текст 37">
            <a:extLst>
              <a:ext uri="{FF2B5EF4-FFF2-40B4-BE49-F238E27FC236}">
                <a16:creationId xmlns:a16="http://schemas.microsoft.com/office/drawing/2014/main" id="{9856D01B-EC9A-6047-B7FB-D47084AB3F50}"/>
              </a:ext>
            </a:extLst>
          </p:cNvPr>
          <p:cNvSpPr>
            <a:spLocks noGrp="1"/>
          </p:cNvSpPr>
          <p:nvPr>
            <p:ph type="body" sz="quarter" idx="13" hasCustomPrompt="1"/>
          </p:nvPr>
        </p:nvSpPr>
        <p:spPr>
          <a:xfrm>
            <a:off x="1143689" y="540904"/>
            <a:ext cx="1901825" cy="415925"/>
          </a:xfr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a:latin typeface="HSE Sans" panose="02000000000000000000" pitchFamily="2" charset="0"/>
              </a:defRPr>
            </a:lvl1pPr>
            <a:lvl2pPr marL="457200" indent="0">
              <a:lnSpc>
                <a:spcPct val="100000"/>
              </a:lnSpc>
              <a:buNone/>
              <a:defRPr sz="1000" b="0" i="0">
                <a:latin typeface="HSE Sans" panose="02000000000000000000" pitchFamily="2" charset="0"/>
              </a:defRPr>
            </a:lvl2pPr>
            <a:lvl3pPr marL="914400" indent="0">
              <a:lnSpc>
                <a:spcPct val="100000"/>
              </a:lnSpc>
              <a:buNone/>
              <a:defRPr sz="1000" b="0" i="0">
                <a:latin typeface="HSE Sans" panose="02000000000000000000" pitchFamily="2" charset="0"/>
              </a:defRPr>
            </a:lvl3pPr>
            <a:lvl4pPr marL="1371600" indent="0">
              <a:lnSpc>
                <a:spcPct val="100000"/>
              </a:lnSpc>
              <a:buNone/>
              <a:defRPr sz="1000" b="0" i="0">
                <a:latin typeface="HSE Sans" panose="02000000000000000000" pitchFamily="2" charset="0"/>
              </a:defRPr>
            </a:lvl4pPr>
            <a:lvl5pPr marL="1828800" indent="0">
              <a:lnSpc>
                <a:spcPct val="100000"/>
              </a:lnSpc>
              <a:buNone/>
              <a:defRPr sz="1000" b="0" i="0">
                <a:latin typeface="HSE Sans" panose="02000000000000000000" pitchFamily="2" charset="0"/>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ru-RU" sz="1000" dirty="0">
                <a:latin typeface="HSE Sans" panose="02000000000000000000" pitchFamily="2" charset="0"/>
              </a:rPr>
              <a:t>Название подразделения</a:t>
            </a:r>
            <a:br>
              <a:rPr lang="ru-RU" sz="1000" dirty="0">
                <a:latin typeface="HSE Sans" panose="02000000000000000000" pitchFamily="2" charset="0"/>
              </a:rPr>
            </a:br>
            <a:r>
              <a:rPr lang="ru-RU" sz="1000" dirty="0">
                <a:latin typeface="HSE Sans" panose="02000000000000000000" pitchFamily="2" charset="0"/>
              </a:rPr>
              <a:t>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5" name="Текст 39">
            <a:extLst>
              <a:ext uri="{FF2B5EF4-FFF2-40B4-BE49-F238E27FC236}">
                <a16:creationId xmlns:a16="http://schemas.microsoft.com/office/drawing/2014/main" id="{83E23342-AC91-354A-9A28-A14FF7BADCD2}"/>
              </a:ext>
            </a:extLst>
          </p:cNvPr>
          <p:cNvSpPr>
            <a:spLocks noGrp="1"/>
          </p:cNvSpPr>
          <p:nvPr>
            <p:ph type="body" sz="quarter" idx="14" hasCustomPrompt="1"/>
          </p:nvPr>
        </p:nvSpPr>
        <p:spPr>
          <a:xfrm>
            <a:off x="3459163"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презентации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7" name="Текст 39">
            <a:extLst>
              <a:ext uri="{FF2B5EF4-FFF2-40B4-BE49-F238E27FC236}">
                <a16:creationId xmlns:a16="http://schemas.microsoft.com/office/drawing/2014/main" id="{BB1CCE68-8F57-1A41-BC43-633D2EFC801E}"/>
              </a:ext>
            </a:extLst>
          </p:cNvPr>
          <p:cNvSpPr>
            <a:spLocks noGrp="1"/>
          </p:cNvSpPr>
          <p:nvPr>
            <p:ph type="body" sz="quarter" idx="15" hasCustomPrompt="1"/>
          </p:nvPr>
        </p:nvSpPr>
        <p:spPr>
          <a:xfrm>
            <a:off x="6259892"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раздела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Tree>
    <p:extLst>
      <p:ext uri="{BB962C8B-B14F-4D97-AF65-F5344CB8AC3E}">
        <p14:creationId xmlns:p14="http://schemas.microsoft.com/office/powerpoint/2010/main" val="31952098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чисты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870642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33F8FDE-7383-E947-8568-FF6B7A77655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RU"/>
          </a:p>
        </p:txBody>
      </p:sp>
      <p:sp>
        <p:nvSpPr>
          <p:cNvPr id="3" name="Text Placeholder 2">
            <a:extLst>
              <a:ext uri="{FF2B5EF4-FFF2-40B4-BE49-F238E27FC236}">
                <a16:creationId xmlns:a16="http://schemas.microsoft.com/office/drawing/2014/main" id="{6F8E6541-45CA-8B42-98B4-D42737B8509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RU"/>
          </a:p>
        </p:txBody>
      </p:sp>
      <p:sp>
        <p:nvSpPr>
          <p:cNvPr id="4" name="Date Placeholder 3">
            <a:extLst>
              <a:ext uri="{FF2B5EF4-FFF2-40B4-BE49-F238E27FC236}">
                <a16:creationId xmlns:a16="http://schemas.microsoft.com/office/drawing/2014/main" id="{0E70645B-C5D9-8544-BBF2-E4A13F8E405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63DFB-8595-A44B-9F09-A50FA310E559}" type="datetimeFigureOut">
              <a:rPr lang="en-RU" smtClean="0"/>
              <a:t>11/2/25</a:t>
            </a:fld>
            <a:endParaRPr lang="en-RU"/>
          </a:p>
        </p:txBody>
      </p:sp>
      <p:sp>
        <p:nvSpPr>
          <p:cNvPr id="5" name="Footer Placeholder 4">
            <a:extLst>
              <a:ext uri="{FF2B5EF4-FFF2-40B4-BE49-F238E27FC236}">
                <a16:creationId xmlns:a16="http://schemas.microsoft.com/office/drawing/2014/main" id="{71F52289-7F57-544F-95EE-F8B2E106276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RU"/>
          </a:p>
        </p:txBody>
      </p:sp>
      <p:sp>
        <p:nvSpPr>
          <p:cNvPr id="6" name="Slide Number Placeholder 5">
            <a:extLst>
              <a:ext uri="{FF2B5EF4-FFF2-40B4-BE49-F238E27FC236}">
                <a16:creationId xmlns:a16="http://schemas.microsoft.com/office/drawing/2014/main" id="{A11C5F56-F795-5643-ABE3-DDED2186989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C20F133-126C-5944-A0E4-6A9616EDC0DA}" type="slidenum">
              <a:rPr lang="en-RU" smtClean="0"/>
              <a:t>‹#›</a:t>
            </a:fld>
            <a:endParaRPr lang="en-RU"/>
          </a:p>
        </p:txBody>
      </p:sp>
    </p:spTree>
    <p:extLst>
      <p:ext uri="{BB962C8B-B14F-4D97-AF65-F5344CB8AC3E}">
        <p14:creationId xmlns:p14="http://schemas.microsoft.com/office/powerpoint/2010/main" val="578506015"/>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61" r:id="rId3"/>
    <p:sldLayoutId id="2147483650" r:id="rId4"/>
    <p:sldLayoutId id="2147483651" r:id="rId5"/>
    <p:sldLayoutId id="2147483652" r:id="rId6"/>
    <p:sldLayoutId id="2147483654" r:id="rId7"/>
    <p:sldLayoutId id="2147483655" r:id="rId8"/>
    <p:sldLayoutId id="2147483656" r:id="rId9"/>
    <p:sldLayoutId id="2147483658" r:id="rId10"/>
    <p:sldLayoutId id="2147483657" r:id="rId11"/>
    <p:sldLayoutId id="2147483659"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amelikyan@hse.ru"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5.tmp"/><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6.tmp"/><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7.tmp"/><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8.tmp"/><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12.tmp"/><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16.tmp"/><Relationship Id="rId2" Type="http://schemas.openxmlformats.org/officeDocument/2006/relationships/image" Target="../media/image15.tmp"/><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microsoft.com/office/2007/relationships/hdphoto" Target="../media/hdphoto6.wdp"/><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hyperlink" Target="https://bashtage.github.io/linearmodels/panel/examples/data-formats.html" TargetMode="External"/><Relationship Id="rId2" Type="http://schemas.openxmlformats.org/officeDocument/2006/relationships/hyperlink" Target="http://www.utexas.edu/courses/schwab/sw388r7/SolvingProblems/MultiLogisticRegression_CompleteProblems.ppt" TargetMode="External"/><Relationship Id="rId1" Type="http://schemas.openxmlformats.org/officeDocument/2006/relationships/slideLayout" Target="../slideLayouts/slideLayout3.xml"/><Relationship Id="rId5" Type="http://schemas.openxmlformats.org/officeDocument/2006/relationships/hyperlink" Target="https://bashtage.github.io/linearmodels/panel/examples/examples.html" TargetMode="External"/><Relationship Id="rId4" Type="http://schemas.openxmlformats.org/officeDocument/2006/relationships/hyperlink" Target="https://dspyt.com/panel-data-econometrics-an-introduction-with-an-example-in-python/"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CD95C0D-D7DC-EF40-9E45-F5F0A4817CD2}"/>
              </a:ext>
            </a:extLst>
          </p:cNvPr>
          <p:cNvSpPr>
            <a:spLocks noGrp="1"/>
          </p:cNvSpPr>
          <p:nvPr>
            <p:ph type="title"/>
          </p:nvPr>
        </p:nvSpPr>
        <p:spPr>
          <a:xfrm>
            <a:off x="1027967" y="2404670"/>
            <a:ext cx="8230333" cy="1978323"/>
          </a:xfrm>
        </p:spPr>
        <p:txBody>
          <a:bodyPr/>
          <a:lstStyle/>
          <a:p>
            <a:r>
              <a:rPr lang="fr-FR" b="1" dirty="0">
                <a:latin typeface="Arial" panose="020B0604020202020204" pitchFamily="34" charset="0"/>
                <a:cs typeface="Arial" panose="020B0604020202020204" pitchFamily="34" charset="0"/>
              </a:rPr>
              <a:t>Lecture 9</a:t>
            </a:r>
            <a:br>
              <a:rPr lang="ru-RU"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Panel Data Analysis</a:t>
            </a:r>
            <a:endParaRPr lang="ru-RU" dirty="0">
              <a:latin typeface="Arial" panose="020B0604020202020204" pitchFamily="34" charset="0"/>
              <a:cs typeface="Arial" panose="020B0604020202020204" pitchFamily="34" charset="0"/>
            </a:endParaRPr>
          </a:p>
        </p:txBody>
      </p:sp>
      <p:sp>
        <p:nvSpPr>
          <p:cNvPr id="3" name="Текст 2">
            <a:extLst>
              <a:ext uri="{FF2B5EF4-FFF2-40B4-BE49-F238E27FC236}">
                <a16:creationId xmlns:a16="http://schemas.microsoft.com/office/drawing/2014/main" id="{2B85EA7E-BEC4-B745-B2A8-D4E4AFC614FC}"/>
              </a:ext>
            </a:extLst>
          </p:cNvPr>
          <p:cNvSpPr>
            <a:spLocks noGrp="1"/>
          </p:cNvSpPr>
          <p:nvPr>
            <p:ph type="body" sz="quarter" idx="10"/>
          </p:nvPr>
        </p:nvSpPr>
        <p:spPr>
          <a:xfrm>
            <a:off x="2074947" y="1187841"/>
            <a:ext cx="3935236" cy="435163"/>
          </a:xfrm>
        </p:spPr>
        <p:txBody>
          <a:bodyPr/>
          <a:lstStyle/>
          <a:p>
            <a:pPr algn="ctr"/>
            <a:r>
              <a:rPr lang="en-US" sz="2000" dirty="0">
                <a:latin typeface="Arial" panose="020B0604020202020204" pitchFamily="34" charset="0"/>
                <a:cs typeface="Arial" panose="020B0604020202020204" pitchFamily="34" charset="0"/>
              </a:rPr>
              <a:t>Faculty of Computer Science</a:t>
            </a:r>
            <a:endParaRPr lang="ru-RU" sz="2000" dirty="0">
              <a:latin typeface="Arial" panose="020B0604020202020204" pitchFamily="34" charset="0"/>
              <a:cs typeface="Arial" panose="020B0604020202020204" pitchFamily="34" charset="0"/>
            </a:endParaRPr>
          </a:p>
        </p:txBody>
      </p:sp>
      <p:sp>
        <p:nvSpPr>
          <p:cNvPr id="6" name="Текст 5">
            <a:extLst>
              <a:ext uri="{FF2B5EF4-FFF2-40B4-BE49-F238E27FC236}">
                <a16:creationId xmlns:a16="http://schemas.microsoft.com/office/drawing/2014/main" id="{44AFB2BF-A7AB-5648-ADCD-2A7F1BD35815}"/>
              </a:ext>
            </a:extLst>
          </p:cNvPr>
          <p:cNvSpPr>
            <a:spLocks noGrp="1"/>
          </p:cNvSpPr>
          <p:nvPr>
            <p:ph type="body" sz="quarter" idx="13"/>
          </p:nvPr>
        </p:nvSpPr>
        <p:spPr/>
        <p:txBody>
          <a:bodyPr>
            <a:normAutofit/>
          </a:bodyPr>
          <a:lstStyle/>
          <a:p>
            <a:r>
              <a:rPr lang="en-US" sz="2000" dirty="0">
                <a:latin typeface="Arial" panose="020B0604020202020204" pitchFamily="34" charset="0"/>
                <a:cs typeface="Arial" panose="020B0604020202020204" pitchFamily="34" charset="0"/>
              </a:rPr>
              <a:t>Lecturer</a:t>
            </a:r>
            <a:r>
              <a:rPr lang="ru-RU" sz="2000" dirty="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Alisa </a:t>
            </a:r>
            <a:r>
              <a:rPr lang="en-US" sz="2000" dirty="0" err="1">
                <a:latin typeface="Arial" panose="020B0604020202020204" pitchFamily="34" charset="0"/>
                <a:cs typeface="Arial" panose="020B0604020202020204" pitchFamily="34" charset="0"/>
              </a:rPr>
              <a:t>Melikyan</a:t>
            </a:r>
            <a:r>
              <a:rPr lang="ru-RU" sz="2000" dirty="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hlinkClick r:id="rId2"/>
              </a:rPr>
              <a:t>amelikyan@hse.ru</a:t>
            </a:r>
            <a:r>
              <a:rPr lang="en-US" sz="2000" dirty="0">
                <a:latin typeface="Arial" panose="020B0604020202020204" pitchFamily="34" charset="0"/>
                <a:cs typeface="Arial" panose="020B0604020202020204" pitchFamily="34" charset="0"/>
              </a:rPr>
              <a:t>, PhD,</a:t>
            </a:r>
            <a:endParaRPr lang="ru-RU" sz="2000" dirty="0">
              <a:latin typeface="Arial" panose="020B0604020202020204" pitchFamily="34" charset="0"/>
              <a:cs typeface="Arial" panose="020B0604020202020204" pitchFamily="34" charset="0"/>
            </a:endParaRPr>
          </a:p>
          <a:p>
            <a:r>
              <a:rPr lang="fr-FR" sz="2000" dirty="0">
                <a:latin typeface="Arial" panose="020B0604020202020204" pitchFamily="34" charset="0"/>
                <a:cs typeface="Arial" panose="020B0604020202020204" pitchFamily="34" charset="0"/>
              </a:rPr>
              <a:t>Associate Professor of the School of Software Engineering</a:t>
            </a:r>
            <a:endParaRPr lang="ru-RU" sz="2000" dirty="0">
              <a:latin typeface="Arial" panose="020B0604020202020204" pitchFamily="34" charset="0"/>
              <a:cs typeface="Arial" panose="020B0604020202020204" pitchFamily="34" charset="0"/>
            </a:endParaRPr>
          </a:p>
        </p:txBody>
      </p:sp>
      <p:sp>
        <p:nvSpPr>
          <p:cNvPr id="8" name="Текст 2">
            <a:extLst>
              <a:ext uri="{FF2B5EF4-FFF2-40B4-BE49-F238E27FC236}">
                <a16:creationId xmlns:a16="http://schemas.microsoft.com/office/drawing/2014/main" id="{2B85EA7E-BEC4-B745-B2A8-D4E4AFC614FC}"/>
              </a:ext>
            </a:extLst>
          </p:cNvPr>
          <p:cNvSpPr txBox="1">
            <a:spLocks/>
          </p:cNvSpPr>
          <p:nvPr/>
        </p:nvSpPr>
        <p:spPr>
          <a:xfrm>
            <a:off x="6204857" y="1193280"/>
            <a:ext cx="2301420" cy="435163"/>
          </a:xfrm>
          <a:prstGeom prst="rect">
            <a:avLst/>
          </a:prstGeom>
        </p:spPr>
        <p:txBody>
          <a:bodyPr vert="horz" lIns="0" tIns="0" rIns="0" bIns="0" rtlCol="0" anchor="t">
            <a:noAutofit/>
          </a:bodyPr>
          <a:lstStyle>
            <a:lvl1pPr marL="0" indent="0" algn="l" defTabSz="914400" rtl="0" eaLnBrk="1" latinLnBrk="0" hangingPunct="1">
              <a:lnSpc>
                <a:spcPct val="100000"/>
              </a:lnSpc>
              <a:spcBef>
                <a:spcPts val="0"/>
              </a:spcBef>
              <a:buFont typeface="Arial" panose="020B0604020202020204" pitchFamily="34" charset="0"/>
              <a:buNone/>
              <a:defRPr sz="1600" b="0" i="0" kern="1200">
                <a:solidFill>
                  <a:schemeClr val="tx1"/>
                </a:solidFill>
                <a:latin typeface="HSE Sans" panose="02000000000000000000" pitchFamily="2" charset="0"/>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HSE Sans" panose="02000000000000000000" pitchFamily="2" charset="0"/>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HSE Sans" panose="02000000000000000000" pitchFamily="2" charset="0"/>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HSE Sans" panose="02000000000000000000" pitchFamily="2" charset="0"/>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HSE Sans" panose="020000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2000" dirty="0">
                <a:latin typeface="Arial" panose="020B0604020202020204" pitchFamily="34" charset="0"/>
                <a:cs typeface="Arial" panose="020B0604020202020204" pitchFamily="34" charset="0"/>
              </a:rPr>
              <a:t>Data Analysis</a:t>
            </a:r>
            <a:endParaRPr lang="ru-RU" sz="2000" dirty="0">
              <a:latin typeface="Arial" panose="020B0604020202020204" pitchFamily="34" charset="0"/>
              <a:cs typeface="Arial" panose="020B0604020202020204" pitchFamily="34" charset="0"/>
            </a:endParaRPr>
          </a:p>
        </p:txBody>
      </p:sp>
      <p:sp>
        <p:nvSpPr>
          <p:cNvPr id="10" name="Текст 2">
            <a:extLst>
              <a:ext uri="{FF2B5EF4-FFF2-40B4-BE49-F238E27FC236}">
                <a16:creationId xmlns:a16="http://schemas.microsoft.com/office/drawing/2014/main" id="{2B85EA7E-BEC4-B745-B2A8-D4E4AFC614FC}"/>
              </a:ext>
            </a:extLst>
          </p:cNvPr>
          <p:cNvSpPr txBox="1">
            <a:spLocks/>
          </p:cNvSpPr>
          <p:nvPr/>
        </p:nvSpPr>
        <p:spPr>
          <a:xfrm>
            <a:off x="9107120" y="1198719"/>
            <a:ext cx="1773150" cy="435163"/>
          </a:xfrm>
          <a:prstGeom prst="rect">
            <a:avLst/>
          </a:prstGeom>
        </p:spPr>
        <p:txBody>
          <a:bodyPr vert="horz" lIns="0" tIns="0" rIns="0" bIns="0" rtlCol="0" anchor="t">
            <a:noAutofit/>
          </a:bodyPr>
          <a:lstStyle>
            <a:lvl1pPr marL="0" indent="0" algn="l" defTabSz="914400" rtl="0" eaLnBrk="1" latinLnBrk="0" hangingPunct="1">
              <a:lnSpc>
                <a:spcPct val="100000"/>
              </a:lnSpc>
              <a:spcBef>
                <a:spcPts val="0"/>
              </a:spcBef>
              <a:buFont typeface="Arial" panose="020B0604020202020204" pitchFamily="34" charset="0"/>
              <a:buNone/>
              <a:defRPr sz="1600" b="0" i="0" kern="1200">
                <a:solidFill>
                  <a:schemeClr val="tx1"/>
                </a:solidFill>
                <a:latin typeface="HSE Sans" panose="02000000000000000000" pitchFamily="2" charset="0"/>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HSE Sans" panose="02000000000000000000" pitchFamily="2" charset="0"/>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HSE Sans" panose="02000000000000000000" pitchFamily="2" charset="0"/>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HSE Sans" panose="02000000000000000000" pitchFamily="2" charset="0"/>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HSE Sans" panose="020000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2000" dirty="0">
                <a:latin typeface="Arial" panose="020B0604020202020204" pitchFamily="34" charset="0"/>
                <a:cs typeface="Arial" panose="020B0604020202020204" pitchFamily="34" charset="0"/>
              </a:rPr>
              <a:t>Moscow</a:t>
            </a:r>
            <a:r>
              <a:rPr lang="ru-RU" sz="2000" dirty="0">
                <a:latin typeface="Arial" panose="020B0604020202020204" pitchFamily="34" charset="0"/>
                <a:cs typeface="Arial" panose="020B0604020202020204" pitchFamily="34" charset="0"/>
              </a:rPr>
              <a:t> 202</a:t>
            </a:r>
            <a:r>
              <a:rPr lang="en-US" sz="2000" dirty="0">
                <a:latin typeface="Arial" panose="020B0604020202020204" pitchFamily="34" charset="0"/>
                <a:cs typeface="Arial" panose="020B0604020202020204" pitchFamily="34" charset="0"/>
              </a:rPr>
              <a:t>5</a:t>
            </a:r>
            <a:endParaRPr lang="ru-RU"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494007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p:cNvSpPr>
            <a:spLocks noGrp="1"/>
          </p:cNvSpPr>
          <p:nvPr>
            <p:ph type="body" sz="quarter" idx="13"/>
          </p:nvPr>
        </p:nvSpPr>
        <p:spPr>
          <a:xfrm>
            <a:off x="1143689" y="540904"/>
            <a:ext cx="2024054" cy="415925"/>
          </a:xfrm>
        </p:spPr>
        <p:txBody>
          <a:bodyPr/>
          <a:lstStyle/>
          <a:p>
            <a:r>
              <a:rPr lang="fr-FR" sz="1200" dirty="0">
                <a:latin typeface="Arial" panose="020B0604020202020204" pitchFamily="34" charset="0"/>
                <a:cs typeface="Arial" panose="020B0604020202020204" pitchFamily="34" charset="0"/>
              </a:rPr>
              <a:t>Data Analysis</a:t>
            </a:r>
            <a:endParaRPr lang="ru-RU" sz="1200" dirty="0">
              <a:latin typeface="Arial" panose="020B0604020202020204" pitchFamily="34" charset="0"/>
              <a:cs typeface="Arial" panose="020B0604020202020204" pitchFamily="34" charset="0"/>
            </a:endParaRPr>
          </a:p>
        </p:txBody>
      </p:sp>
      <p:sp>
        <p:nvSpPr>
          <p:cNvPr id="3" name="Текст 2"/>
          <p:cNvSpPr>
            <a:spLocks noGrp="1"/>
          </p:cNvSpPr>
          <p:nvPr>
            <p:ph type="body" sz="quarter" idx="14"/>
          </p:nvPr>
        </p:nvSpPr>
        <p:spPr/>
        <p:txBody>
          <a:bodyPr vert="horz" lIns="0" tIns="0" rIns="0" bIns="0" rtlCol="0">
            <a:noAutofit/>
          </a:bodyPr>
          <a:lstStyle/>
          <a:p>
            <a:r>
              <a:rPr lang="fr-FR" sz="1200" dirty="0">
                <a:solidFill>
                  <a:schemeClr val="tx1"/>
                </a:solidFill>
                <a:latin typeface="Arial" panose="020B0604020202020204" pitchFamily="34" charset="0"/>
                <a:cs typeface="Arial" panose="020B0604020202020204" pitchFamily="34" charset="0"/>
              </a:rPr>
              <a:t>Lecture 9</a:t>
            </a:r>
            <a:endParaRPr lang="ru-RU" sz="1200" dirty="0">
              <a:solidFill>
                <a:schemeClr val="tx1"/>
              </a:solidFill>
              <a:latin typeface="Arial" panose="020B0604020202020204" pitchFamily="34" charset="0"/>
              <a:cs typeface="Arial" panose="020B0604020202020204" pitchFamily="34" charset="0"/>
            </a:endParaRPr>
          </a:p>
        </p:txBody>
      </p:sp>
      <p:sp>
        <p:nvSpPr>
          <p:cNvPr id="4" name="Заголовок 3"/>
          <p:cNvSpPr>
            <a:spLocks noGrp="1"/>
          </p:cNvSpPr>
          <p:nvPr>
            <p:ph type="title"/>
          </p:nvPr>
        </p:nvSpPr>
        <p:spPr>
          <a:xfrm>
            <a:off x="585897" y="1431461"/>
            <a:ext cx="11057955" cy="777025"/>
          </a:xfrm>
        </p:spPr>
        <p:txBody>
          <a:bodyPr>
            <a:noAutofit/>
          </a:bodyPr>
          <a:lstStyle/>
          <a:p>
            <a:r>
              <a:rPr lang="en-US" sz="3700" b="1" dirty="0">
                <a:latin typeface="Arial" panose="020B0604020202020204" pitchFamily="34" charset="0"/>
                <a:cs typeface="Arial" panose="020B0604020202020204" pitchFamily="34" charset="0"/>
              </a:rPr>
              <a:t>Panel Data</a:t>
            </a:r>
            <a:endParaRPr lang="ru-RU" sz="3700" b="1" dirty="0">
              <a:latin typeface="Arial" panose="020B0604020202020204" pitchFamily="34" charset="0"/>
              <a:cs typeface="Arial" panose="020B0604020202020204" pitchFamily="34" charset="0"/>
            </a:endParaRPr>
          </a:p>
        </p:txBody>
      </p:sp>
      <p:sp>
        <p:nvSpPr>
          <p:cNvPr id="5" name="Текст 4"/>
          <p:cNvSpPr>
            <a:spLocks noGrp="1"/>
          </p:cNvSpPr>
          <p:nvPr>
            <p:ph type="body" sz="quarter" idx="12"/>
          </p:nvPr>
        </p:nvSpPr>
        <p:spPr>
          <a:xfrm>
            <a:off x="718801" y="2323882"/>
            <a:ext cx="10792842" cy="1431689"/>
          </a:xfrm>
        </p:spPr>
        <p:txBody>
          <a:bodyPr numCol="1"/>
          <a:lstStyle/>
          <a:p>
            <a:pPr algn="just"/>
            <a:r>
              <a:rPr lang="en-US" sz="2400" dirty="0">
                <a:solidFill>
                  <a:schemeClr val="bg2">
                    <a:lumMod val="10000"/>
                  </a:schemeClr>
                </a:solidFill>
                <a:latin typeface="Arial" panose="020B0604020202020204" pitchFamily="34" charset="0"/>
                <a:cs typeface="Arial" panose="020B0604020202020204" pitchFamily="34" charset="0"/>
              </a:rPr>
              <a:t>	</a:t>
            </a:r>
            <a:r>
              <a:rPr lang="en-US" sz="2400" b="1" dirty="0">
                <a:solidFill>
                  <a:schemeClr val="bg2">
                    <a:lumMod val="10000"/>
                  </a:schemeClr>
                </a:solidFill>
                <a:latin typeface="Arial" panose="020B0604020202020204" pitchFamily="34" charset="0"/>
                <a:cs typeface="Arial" panose="020B0604020202020204" pitchFamily="34" charset="0"/>
              </a:rPr>
              <a:t> Panel Data or Longitudinal Data </a:t>
            </a:r>
            <a:r>
              <a:rPr lang="en-US" sz="2400" dirty="0">
                <a:solidFill>
                  <a:schemeClr val="bg2">
                    <a:lumMod val="10000"/>
                  </a:schemeClr>
                </a:solidFill>
                <a:latin typeface="Arial" panose="020B0604020202020204" pitchFamily="34" charset="0"/>
                <a:cs typeface="Arial" panose="020B0604020202020204" pitchFamily="34" charset="0"/>
              </a:rPr>
              <a:t>are multi-dimensional data involving measurements over time. Panel data contain observations of multiple phenomena obtained over multiple time periods for the same objects. Panel data have three dimensions:</a:t>
            </a:r>
          </a:p>
          <a:p>
            <a:pPr algn="just"/>
            <a:r>
              <a:rPr lang="en-US" sz="2400" dirty="0">
                <a:solidFill>
                  <a:schemeClr val="bg2">
                    <a:lumMod val="10000"/>
                  </a:schemeClr>
                </a:solidFill>
                <a:latin typeface="Arial" panose="020B0604020202020204" pitchFamily="34" charset="0"/>
                <a:cs typeface="Arial" panose="020B0604020202020204" pitchFamily="34" charset="0"/>
              </a:rPr>
              <a:t>     1) variables</a:t>
            </a:r>
            <a:r>
              <a:rPr lang="ru-RU" sz="2400" dirty="0">
                <a:solidFill>
                  <a:schemeClr val="bg2">
                    <a:lumMod val="10000"/>
                  </a:schemeClr>
                </a:solidFill>
                <a:latin typeface="Arial" panose="020B0604020202020204" pitchFamily="34" charset="0"/>
                <a:cs typeface="Arial" panose="020B0604020202020204" pitchFamily="34" charset="0"/>
              </a:rPr>
              <a:t>, </a:t>
            </a:r>
            <a:endParaRPr lang="en-US" sz="2400" dirty="0">
              <a:solidFill>
                <a:schemeClr val="bg2">
                  <a:lumMod val="10000"/>
                </a:schemeClr>
              </a:solidFill>
              <a:latin typeface="Arial" panose="020B0604020202020204" pitchFamily="34" charset="0"/>
              <a:cs typeface="Arial" panose="020B0604020202020204" pitchFamily="34" charset="0"/>
            </a:endParaRPr>
          </a:p>
          <a:p>
            <a:pPr lvl="1" algn="just"/>
            <a:r>
              <a:rPr lang="en-US" sz="2400" dirty="0">
                <a:solidFill>
                  <a:schemeClr val="bg2">
                    <a:lumMod val="10000"/>
                  </a:schemeClr>
                </a:solidFill>
                <a:latin typeface="Arial" panose="020B0604020202020204" pitchFamily="34" charset="0"/>
                <a:cs typeface="Arial" panose="020B0604020202020204" pitchFamily="34" charset="0"/>
              </a:rPr>
              <a:t>2) cases</a:t>
            </a:r>
            <a:r>
              <a:rPr lang="ru-RU" sz="2400" dirty="0">
                <a:solidFill>
                  <a:schemeClr val="bg2">
                    <a:lumMod val="10000"/>
                  </a:schemeClr>
                </a:solidFill>
                <a:latin typeface="Arial" panose="020B0604020202020204" pitchFamily="34" charset="0"/>
                <a:cs typeface="Arial" panose="020B0604020202020204" pitchFamily="34" charset="0"/>
              </a:rPr>
              <a:t>,</a:t>
            </a:r>
            <a:endParaRPr lang="en-US" sz="2400" dirty="0">
              <a:solidFill>
                <a:schemeClr val="bg2">
                  <a:lumMod val="10000"/>
                </a:schemeClr>
              </a:solidFill>
              <a:latin typeface="Arial" panose="020B0604020202020204" pitchFamily="34" charset="0"/>
              <a:cs typeface="Arial" panose="020B0604020202020204" pitchFamily="34" charset="0"/>
            </a:endParaRPr>
          </a:p>
          <a:p>
            <a:pPr lvl="1" algn="just"/>
            <a:r>
              <a:rPr lang="en-US" sz="2400" dirty="0">
                <a:solidFill>
                  <a:schemeClr val="bg2">
                    <a:lumMod val="10000"/>
                  </a:schemeClr>
                </a:solidFill>
                <a:latin typeface="Arial" panose="020B0604020202020204" pitchFamily="34" charset="0"/>
                <a:cs typeface="Arial" panose="020B0604020202020204" pitchFamily="34" charset="0"/>
              </a:rPr>
              <a:t>3) time</a:t>
            </a:r>
            <a:r>
              <a:rPr lang="ru-RU" sz="2400" dirty="0">
                <a:solidFill>
                  <a:schemeClr val="bg2">
                    <a:lumMod val="10000"/>
                  </a:schemeClr>
                </a:solidFill>
                <a:latin typeface="Arial" panose="020B0604020202020204" pitchFamily="34" charset="0"/>
                <a:cs typeface="Arial" panose="020B0604020202020204" pitchFamily="34" charset="0"/>
              </a:rPr>
              <a:t>.  </a:t>
            </a:r>
            <a:endParaRPr lang="en-US" sz="2400" dirty="0">
              <a:solidFill>
                <a:schemeClr val="bg2">
                  <a:lumMod val="10000"/>
                </a:schemeClr>
              </a:solidFill>
              <a:latin typeface="Arial" panose="020B0604020202020204" pitchFamily="34" charset="0"/>
              <a:cs typeface="Arial" panose="020B0604020202020204" pitchFamily="34" charset="0"/>
            </a:endParaRPr>
          </a:p>
          <a:p>
            <a:pPr algn="just"/>
            <a:r>
              <a:rPr lang="en-US" sz="2400" dirty="0">
                <a:solidFill>
                  <a:schemeClr val="bg2">
                    <a:lumMod val="10000"/>
                  </a:schemeClr>
                </a:solidFill>
                <a:latin typeface="Arial" panose="020B0604020202020204" pitchFamily="34" charset="0"/>
                <a:cs typeface="Arial" panose="020B0604020202020204" pitchFamily="34" charset="0"/>
              </a:rPr>
              <a:t>     </a:t>
            </a:r>
            <a:endParaRPr lang="ru-RU" sz="2400" dirty="0">
              <a:solidFill>
                <a:schemeClr val="bg2">
                  <a:lumMod val="10000"/>
                </a:schemeClr>
              </a:solidFill>
              <a:latin typeface="Arial" panose="020B0604020202020204" pitchFamily="34" charset="0"/>
              <a:cs typeface="Arial" panose="020B0604020202020204" pitchFamily="34" charset="0"/>
            </a:endParaRPr>
          </a:p>
          <a:p>
            <a:endParaRPr lang="ru-RU" sz="2400" dirty="0">
              <a:solidFill>
                <a:schemeClr val="bg2">
                  <a:lumMod val="10000"/>
                </a:schemeClr>
              </a:solidFill>
              <a:latin typeface="Arial" panose="020B0604020202020204" pitchFamily="34" charset="0"/>
              <a:cs typeface="Arial" panose="020B0604020202020204" pitchFamily="34" charset="0"/>
            </a:endParaRPr>
          </a:p>
        </p:txBody>
      </p:sp>
      <p:sp>
        <p:nvSpPr>
          <p:cNvPr id="6" name="Текст 5"/>
          <p:cNvSpPr>
            <a:spLocks noGrp="1"/>
          </p:cNvSpPr>
          <p:nvPr>
            <p:ph type="body" sz="quarter" idx="15"/>
          </p:nvPr>
        </p:nvSpPr>
        <p:spPr/>
        <p:txBody>
          <a:bodyPr vert="horz" lIns="0" tIns="0" rIns="0" bIns="0" rtlCol="0">
            <a:noAutofit/>
          </a:bodyPr>
          <a:lstStyle/>
          <a:p>
            <a:r>
              <a:rPr lang="fr-FR" sz="1200" dirty="0">
                <a:solidFill>
                  <a:schemeClr val="tx1"/>
                </a:solidFill>
                <a:latin typeface="Arial" panose="020B0604020202020204" pitchFamily="34" charset="0"/>
                <a:cs typeface="Arial" panose="020B0604020202020204" pitchFamily="34" charset="0"/>
              </a:rPr>
              <a:t>Panel Data Analysis</a:t>
            </a:r>
            <a:endParaRPr lang="ru-RU" sz="12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256233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p:cNvSpPr>
            <a:spLocks noGrp="1"/>
          </p:cNvSpPr>
          <p:nvPr>
            <p:ph type="body" sz="quarter" idx="13"/>
          </p:nvPr>
        </p:nvSpPr>
        <p:spPr>
          <a:xfrm>
            <a:off x="1143689" y="540904"/>
            <a:ext cx="2024054" cy="415925"/>
          </a:xfrm>
        </p:spPr>
        <p:txBody>
          <a:bodyPr/>
          <a:lstStyle/>
          <a:p>
            <a:r>
              <a:rPr lang="fr-FR" sz="1200" dirty="0">
                <a:latin typeface="Arial" panose="020B0604020202020204" pitchFamily="34" charset="0"/>
                <a:cs typeface="Arial" panose="020B0604020202020204" pitchFamily="34" charset="0"/>
              </a:rPr>
              <a:t>Data Analysis</a:t>
            </a:r>
            <a:endParaRPr lang="ru-RU" sz="1200" dirty="0">
              <a:latin typeface="Arial" panose="020B0604020202020204" pitchFamily="34" charset="0"/>
              <a:cs typeface="Arial" panose="020B0604020202020204" pitchFamily="34" charset="0"/>
            </a:endParaRPr>
          </a:p>
        </p:txBody>
      </p:sp>
      <p:sp>
        <p:nvSpPr>
          <p:cNvPr id="3" name="Текст 2"/>
          <p:cNvSpPr>
            <a:spLocks noGrp="1"/>
          </p:cNvSpPr>
          <p:nvPr>
            <p:ph type="body" sz="quarter" idx="14"/>
          </p:nvPr>
        </p:nvSpPr>
        <p:spPr/>
        <p:txBody>
          <a:bodyPr vert="horz" lIns="0" tIns="0" rIns="0" bIns="0" rtlCol="0">
            <a:noAutofit/>
          </a:bodyPr>
          <a:lstStyle/>
          <a:p>
            <a:r>
              <a:rPr lang="fr-FR" sz="1200" dirty="0">
                <a:solidFill>
                  <a:schemeClr val="tx1"/>
                </a:solidFill>
                <a:latin typeface="Arial" panose="020B0604020202020204" pitchFamily="34" charset="0"/>
                <a:cs typeface="Arial" panose="020B0604020202020204" pitchFamily="34" charset="0"/>
              </a:rPr>
              <a:t>Lecture 9</a:t>
            </a:r>
            <a:endParaRPr lang="ru-RU" sz="1200" dirty="0">
              <a:solidFill>
                <a:schemeClr val="tx1"/>
              </a:solidFill>
              <a:latin typeface="Arial" panose="020B0604020202020204" pitchFamily="34" charset="0"/>
              <a:cs typeface="Arial" panose="020B0604020202020204" pitchFamily="34" charset="0"/>
            </a:endParaRPr>
          </a:p>
        </p:txBody>
      </p:sp>
      <p:sp>
        <p:nvSpPr>
          <p:cNvPr id="4" name="Заголовок 3"/>
          <p:cNvSpPr>
            <a:spLocks noGrp="1"/>
          </p:cNvSpPr>
          <p:nvPr>
            <p:ph type="title"/>
          </p:nvPr>
        </p:nvSpPr>
        <p:spPr>
          <a:xfrm>
            <a:off x="585897" y="1140182"/>
            <a:ext cx="11057955" cy="777025"/>
          </a:xfrm>
        </p:spPr>
        <p:txBody>
          <a:bodyPr>
            <a:noAutofit/>
          </a:bodyPr>
          <a:lstStyle/>
          <a:p>
            <a:r>
              <a:rPr lang="en-US" sz="3700" b="1" dirty="0">
                <a:latin typeface="Arial" panose="020B0604020202020204" pitchFamily="34" charset="0"/>
                <a:cs typeface="Arial" panose="020B0604020202020204" pitchFamily="34" charset="0"/>
              </a:rPr>
              <a:t>Example of panel data</a:t>
            </a:r>
            <a:endParaRPr lang="ru-RU" sz="3700" b="1" dirty="0">
              <a:latin typeface="Arial" panose="020B0604020202020204" pitchFamily="34" charset="0"/>
              <a:cs typeface="Arial" panose="020B0604020202020204" pitchFamily="34" charset="0"/>
            </a:endParaRPr>
          </a:p>
        </p:txBody>
      </p:sp>
      <p:sp>
        <p:nvSpPr>
          <p:cNvPr id="6" name="Текст 5"/>
          <p:cNvSpPr>
            <a:spLocks noGrp="1"/>
          </p:cNvSpPr>
          <p:nvPr>
            <p:ph type="body" sz="quarter" idx="15"/>
          </p:nvPr>
        </p:nvSpPr>
        <p:spPr/>
        <p:txBody>
          <a:bodyPr vert="horz" lIns="0" tIns="0" rIns="0" bIns="0" rtlCol="0">
            <a:noAutofit/>
          </a:bodyPr>
          <a:lstStyle/>
          <a:p>
            <a:r>
              <a:rPr lang="fr-FR" sz="1200" dirty="0">
                <a:solidFill>
                  <a:schemeClr val="tx1"/>
                </a:solidFill>
                <a:latin typeface="Arial" panose="020B0604020202020204" pitchFamily="34" charset="0"/>
                <a:cs typeface="Arial" panose="020B0604020202020204" pitchFamily="34" charset="0"/>
              </a:rPr>
              <a:t>Panel Data Analysis</a:t>
            </a:r>
            <a:endParaRPr lang="ru-RU" sz="1200" dirty="0">
              <a:solidFill>
                <a:schemeClr val="tx1"/>
              </a:solidFill>
              <a:latin typeface="Arial" panose="020B0604020202020204" pitchFamily="34" charset="0"/>
              <a:cs typeface="Arial" panose="020B0604020202020204" pitchFamily="34" charset="0"/>
            </a:endParaRPr>
          </a:p>
        </p:txBody>
      </p:sp>
      <p:pic>
        <p:nvPicPr>
          <p:cNvPr id="10" name="Рисунок 9" descr="Вырезка экрана"/>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20683" y="163479"/>
            <a:ext cx="6155007" cy="6508464"/>
          </a:xfrm>
          <a:prstGeom prst="rect">
            <a:avLst/>
          </a:prstGeom>
        </p:spPr>
      </p:pic>
      <p:sp>
        <p:nvSpPr>
          <p:cNvPr id="5" name="Прямоугольник 4"/>
          <p:cNvSpPr/>
          <p:nvPr/>
        </p:nvSpPr>
        <p:spPr>
          <a:xfrm>
            <a:off x="585897" y="1902330"/>
            <a:ext cx="4902948" cy="4678910"/>
          </a:xfrm>
          <a:prstGeom prst="rect">
            <a:avLst/>
          </a:prstGeom>
        </p:spPr>
        <p:txBody>
          <a:bodyPr wrap="square">
            <a:spAutoFit/>
          </a:bodyPr>
          <a:lstStyle/>
          <a:p>
            <a:pPr algn="just">
              <a:lnSpc>
                <a:spcPct val="107000"/>
              </a:lnSpc>
              <a:spcAft>
                <a:spcPts val="800"/>
              </a:spcAft>
            </a:pPr>
            <a:r>
              <a:rPr lang="en-US" sz="2000" spc="-5" dirty="0">
                <a:solidFill>
                  <a:schemeClr val="bg2">
                    <a:lumMod val="10000"/>
                  </a:schemeClr>
                </a:solidFill>
                <a:latin typeface="Arial" panose="020B0604020202020204" pitchFamily="34" charset="0"/>
                <a:ea typeface="Calibri" panose="020F0502020204030204" pitchFamily="34" charset="0"/>
                <a:cs typeface="Arial" panose="020B0604020202020204" pitchFamily="34" charset="0"/>
              </a:rPr>
              <a:t>	In general, panel data can be seen as a combination of cross-sectional and time-series data. Cross-sectional data is described as one observation of multiple objects and corresponding variables at a specific point in time (i.e. an observation is taken once). Time-series data only observes one object recurrently over time. Panel data comprises characteristics of both into one model by collecting data from multiple, same objects over time. In a nutshell, we can think of it like a timeline in which we periodically observe the same </a:t>
            </a:r>
            <a:r>
              <a:rPr lang="en-SL" sz="2000" spc="-5" dirty="0">
                <a:solidFill>
                  <a:schemeClr val="bg2">
                    <a:lumMod val="10000"/>
                  </a:schemeClr>
                </a:solidFill>
                <a:latin typeface="Arial" panose="020B0604020202020204" pitchFamily="34" charset="0"/>
                <a:ea typeface="Calibri" panose="020F0502020204030204" pitchFamily="34" charset="0"/>
                <a:cs typeface="Arial" panose="020B0604020202020204" pitchFamily="34" charset="0"/>
              </a:rPr>
              <a:t>objects</a:t>
            </a:r>
            <a:r>
              <a:rPr lang="en-US" sz="2000" spc="-5" dirty="0">
                <a:solidFill>
                  <a:schemeClr val="bg2">
                    <a:lumMod val="10000"/>
                  </a:schemeClr>
                </a:solidFill>
                <a:latin typeface="Arial" panose="020B0604020202020204" pitchFamily="34" charset="0"/>
                <a:ea typeface="Calibri" panose="020F0502020204030204" pitchFamily="34" charset="0"/>
                <a:cs typeface="Arial" panose="020B0604020202020204" pitchFamily="34" charset="0"/>
              </a:rPr>
              <a:t>.</a:t>
            </a:r>
            <a:endParaRPr lang="ru-RU" sz="2000" dirty="0">
              <a:solidFill>
                <a:schemeClr val="bg2">
                  <a:lumMod val="10000"/>
                </a:schemeClr>
              </a:solidFill>
              <a:effectLst/>
              <a:latin typeface="Arial" panose="020B060402020202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39206774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p:cNvSpPr>
            <a:spLocks noGrp="1"/>
          </p:cNvSpPr>
          <p:nvPr>
            <p:ph type="body" sz="quarter" idx="13"/>
          </p:nvPr>
        </p:nvSpPr>
        <p:spPr>
          <a:xfrm>
            <a:off x="1143689" y="540904"/>
            <a:ext cx="2024054" cy="415925"/>
          </a:xfrm>
        </p:spPr>
        <p:txBody>
          <a:bodyPr/>
          <a:lstStyle/>
          <a:p>
            <a:r>
              <a:rPr lang="fr-FR" sz="1200" dirty="0">
                <a:latin typeface="Arial" panose="020B0604020202020204" pitchFamily="34" charset="0"/>
                <a:cs typeface="Arial" panose="020B0604020202020204" pitchFamily="34" charset="0"/>
              </a:rPr>
              <a:t>Data Analysis</a:t>
            </a:r>
            <a:endParaRPr lang="ru-RU" sz="1200" dirty="0">
              <a:latin typeface="Arial" panose="020B0604020202020204" pitchFamily="34" charset="0"/>
              <a:cs typeface="Arial" panose="020B0604020202020204" pitchFamily="34" charset="0"/>
            </a:endParaRPr>
          </a:p>
        </p:txBody>
      </p:sp>
      <p:sp>
        <p:nvSpPr>
          <p:cNvPr id="3" name="Текст 2"/>
          <p:cNvSpPr>
            <a:spLocks noGrp="1"/>
          </p:cNvSpPr>
          <p:nvPr>
            <p:ph type="body" sz="quarter" idx="14"/>
          </p:nvPr>
        </p:nvSpPr>
        <p:spPr/>
        <p:txBody>
          <a:bodyPr vert="horz" lIns="0" tIns="0" rIns="0" bIns="0" rtlCol="0">
            <a:noAutofit/>
          </a:bodyPr>
          <a:lstStyle/>
          <a:p>
            <a:r>
              <a:rPr lang="fr-FR" sz="1200" dirty="0">
                <a:solidFill>
                  <a:schemeClr val="tx1"/>
                </a:solidFill>
                <a:latin typeface="Arial" panose="020B0604020202020204" pitchFamily="34" charset="0"/>
                <a:cs typeface="Arial" panose="020B0604020202020204" pitchFamily="34" charset="0"/>
              </a:rPr>
              <a:t>Lecture 9</a:t>
            </a:r>
            <a:endParaRPr lang="ru-RU" sz="1200" dirty="0">
              <a:solidFill>
                <a:schemeClr val="tx1"/>
              </a:solidFill>
              <a:latin typeface="Arial" panose="020B0604020202020204" pitchFamily="34" charset="0"/>
              <a:cs typeface="Arial" panose="020B0604020202020204" pitchFamily="34" charset="0"/>
            </a:endParaRPr>
          </a:p>
        </p:txBody>
      </p:sp>
      <p:sp>
        <p:nvSpPr>
          <p:cNvPr id="4" name="Заголовок 3"/>
          <p:cNvSpPr>
            <a:spLocks noGrp="1"/>
          </p:cNvSpPr>
          <p:nvPr>
            <p:ph type="title"/>
          </p:nvPr>
        </p:nvSpPr>
        <p:spPr>
          <a:xfrm>
            <a:off x="585897" y="1287662"/>
            <a:ext cx="11057955" cy="777025"/>
          </a:xfrm>
        </p:spPr>
        <p:txBody>
          <a:bodyPr>
            <a:noAutofit/>
          </a:bodyPr>
          <a:lstStyle/>
          <a:p>
            <a:r>
              <a:rPr lang="en-US" sz="3700" b="1" dirty="0">
                <a:latin typeface="Arial" panose="020B0604020202020204" pitchFamily="34" charset="0"/>
                <a:cs typeface="Arial" panose="020B0604020202020204" pitchFamily="34" charset="0"/>
              </a:rPr>
              <a:t>Example of panel data</a:t>
            </a:r>
            <a:endParaRPr lang="ru-RU" sz="3700" b="1" dirty="0">
              <a:latin typeface="Arial" panose="020B0604020202020204" pitchFamily="34" charset="0"/>
              <a:cs typeface="Arial" panose="020B0604020202020204" pitchFamily="34" charset="0"/>
            </a:endParaRPr>
          </a:p>
        </p:txBody>
      </p:sp>
      <p:sp>
        <p:nvSpPr>
          <p:cNvPr id="6" name="Текст 5"/>
          <p:cNvSpPr>
            <a:spLocks noGrp="1"/>
          </p:cNvSpPr>
          <p:nvPr>
            <p:ph type="body" sz="quarter" idx="15"/>
          </p:nvPr>
        </p:nvSpPr>
        <p:spPr/>
        <p:txBody>
          <a:bodyPr vert="horz" lIns="0" tIns="0" rIns="0" bIns="0" rtlCol="0">
            <a:noAutofit/>
          </a:bodyPr>
          <a:lstStyle/>
          <a:p>
            <a:r>
              <a:rPr lang="fr-FR" sz="1200" dirty="0">
                <a:solidFill>
                  <a:schemeClr val="tx1"/>
                </a:solidFill>
                <a:latin typeface="Arial" panose="020B0604020202020204" pitchFamily="34" charset="0"/>
                <a:cs typeface="Arial" panose="020B0604020202020204" pitchFamily="34" charset="0"/>
              </a:rPr>
              <a:t>Panel Data Analysis</a:t>
            </a:r>
            <a:endParaRPr lang="ru-RU" sz="1200" dirty="0">
              <a:solidFill>
                <a:schemeClr val="tx1"/>
              </a:solidFill>
              <a:latin typeface="Arial" panose="020B0604020202020204" pitchFamily="34" charset="0"/>
              <a:cs typeface="Arial" panose="020B0604020202020204" pitchFamily="34" charset="0"/>
            </a:endParaRPr>
          </a:p>
        </p:txBody>
      </p:sp>
      <p:sp>
        <p:nvSpPr>
          <p:cNvPr id="5" name="Прямоугольник 4"/>
          <p:cNvSpPr/>
          <p:nvPr/>
        </p:nvSpPr>
        <p:spPr>
          <a:xfrm>
            <a:off x="585897" y="2285778"/>
            <a:ext cx="4902948" cy="3429080"/>
          </a:xfrm>
          <a:prstGeom prst="rect">
            <a:avLst/>
          </a:prstGeom>
        </p:spPr>
        <p:txBody>
          <a:bodyPr wrap="square">
            <a:spAutoFit/>
          </a:bodyPr>
          <a:lstStyle/>
          <a:p>
            <a:pPr algn="just">
              <a:lnSpc>
                <a:spcPct val="107000"/>
              </a:lnSpc>
              <a:spcAft>
                <a:spcPts val="800"/>
              </a:spcAft>
            </a:pPr>
            <a:r>
              <a:rPr lang="en-US" sz="2000" spc="-5" dirty="0">
                <a:solidFill>
                  <a:schemeClr val="bg2">
                    <a:lumMod val="10000"/>
                  </a:schemeClr>
                </a:solidFill>
                <a:latin typeface="Arial" panose="020B0604020202020204" pitchFamily="34" charset="0"/>
                <a:ea typeface="Calibri" panose="020F0502020204030204" pitchFamily="34" charset="0"/>
                <a:cs typeface="Arial" panose="020B0604020202020204" pitchFamily="34" charset="0"/>
              </a:rPr>
              <a:t>	</a:t>
            </a:r>
            <a:r>
              <a:rPr lang="en-US" sz="2200" dirty="0">
                <a:solidFill>
                  <a:schemeClr val="bg2">
                    <a:lumMod val="10000"/>
                  </a:schemeClr>
                </a:solidFill>
                <a:latin typeface="Arial" panose="020B0604020202020204" pitchFamily="34" charset="0"/>
                <a:cs typeface="Arial" panose="020B0604020202020204" pitchFamily="34" charset="0"/>
              </a:rPr>
              <a:t>It is important to note that we always need one column to identify the </a:t>
            </a:r>
            <a:r>
              <a:rPr lang="en-US" sz="2200" dirty="0" err="1">
                <a:solidFill>
                  <a:schemeClr val="bg2">
                    <a:lumMod val="10000"/>
                  </a:schemeClr>
                </a:solidFill>
                <a:latin typeface="Arial" panose="020B0604020202020204" pitchFamily="34" charset="0"/>
                <a:cs typeface="Arial" panose="020B0604020202020204" pitchFamily="34" charset="0"/>
              </a:rPr>
              <a:t>indiviuums</a:t>
            </a:r>
            <a:r>
              <a:rPr lang="en-US" sz="2200" dirty="0">
                <a:solidFill>
                  <a:schemeClr val="bg2">
                    <a:lumMod val="10000"/>
                  </a:schemeClr>
                </a:solidFill>
                <a:latin typeface="Arial" panose="020B0604020202020204" pitchFamily="34" charset="0"/>
                <a:cs typeface="Arial" panose="020B0604020202020204" pitchFamily="34" charset="0"/>
              </a:rPr>
              <a:t> under observation (column </a:t>
            </a:r>
            <a:r>
              <a:rPr lang="en-US" sz="2200" i="1" dirty="0">
                <a:solidFill>
                  <a:schemeClr val="bg2">
                    <a:lumMod val="10000"/>
                  </a:schemeClr>
                </a:solidFill>
                <a:latin typeface="Arial" panose="020B0604020202020204" pitchFamily="34" charset="0"/>
                <a:cs typeface="Arial" panose="020B0604020202020204" pitchFamily="34" charset="0"/>
              </a:rPr>
              <a:t>person</a:t>
            </a:r>
            <a:r>
              <a:rPr lang="en-US" sz="2200" dirty="0">
                <a:solidFill>
                  <a:schemeClr val="bg2">
                    <a:lumMod val="10000"/>
                  </a:schemeClr>
                </a:solidFill>
                <a:latin typeface="Arial" panose="020B0604020202020204" pitchFamily="34" charset="0"/>
                <a:cs typeface="Arial" panose="020B0604020202020204" pitchFamily="34" charset="0"/>
              </a:rPr>
              <a:t>) and one column to document the points in time the data was collected (column </a:t>
            </a:r>
            <a:r>
              <a:rPr lang="en-US" sz="2200" i="1" dirty="0">
                <a:solidFill>
                  <a:schemeClr val="bg2">
                    <a:lumMod val="10000"/>
                  </a:schemeClr>
                </a:solidFill>
                <a:latin typeface="Arial" panose="020B0604020202020204" pitchFamily="34" charset="0"/>
                <a:cs typeface="Arial" panose="020B0604020202020204" pitchFamily="34" charset="0"/>
              </a:rPr>
              <a:t>year</a:t>
            </a:r>
            <a:r>
              <a:rPr lang="en-US" sz="2200" dirty="0">
                <a:solidFill>
                  <a:schemeClr val="bg2">
                    <a:lumMod val="10000"/>
                  </a:schemeClr>
                </a:solidFill>
                <a:latin typeface="Arial" panose="020B0604020202020204" pitchFamily="34" charset="0"/>
                <a:cs typeface="Arial" panose="020B0604020202020204" pitchFamily="34" charset="0"/>
              </a:rPr>
              <a:t>). Those two columns should be seen as </a:t>
            </a:r>
            <a:r>
              <a:rPr lang="en-US" sz="2200" b="1" dirty="0">
                <a:solidFill>
                  <a:schemeClr val="bg2">
                    <a:lumMod val="10000"/>
                  </a:schemeClr>
                </a:solidFill>
                <a:latin typeface="Arial" panose="020B0604020202020204" pitchFamily="34" charset="0"/>
                <a:cs typeface="Arial" panose="020B0604020202020204" pitchFamily="34" charset="0"/>
              </a:rPr>
              <a:t>multi-index</a:t>
            </a:r>
            <a:r>
              <a:rPr lang="en-US" sz="2200" dirty="0">
                <a:solidFill>
                  <a:schemeClr val="bg2">
                    <a:lumMod val="10000"/>
                  </a:schemeClr>
                </a:solidFill>
                <a:latin typeface="Arial" panose="020B0604020202020204" pitchFamily="34" charset="0"/>
                <a:cs typeface="Arial" panose="020B0604020202020204" pitchFamily="34" charset="0"/>
              </a:rPr>
              <a:t>.</a:t>
            </a:r>
            <a:endParaRPr lang="ru-RU" sz="2200" dirty="0">
              <a:solidFill>
                <a:schemeClr val="bg2">
                  <a:lumMod val="10000"/>
                </a:schemeClr>
              </a:solidFill>
              <a:latin typeface="Arial" panose="020B0604020202020204" pitchFamily="34" charset="0"/>
              <a:cs typeface="Arial" panose="020B0604020202020204" pitchFamily="34" charset="0"/>
            </a:endParaRPr>
          </a:p>
          <a:p>
            <a:pPr algn="just">
              <a:lnSpc>
                <a:spcPct val="107000"/>
              </a:lnSpc>
              <a:spcAft>
                <a:spcPts val="800"/>
              </a:spcAft>
            </a:pPr>
            <a:endParaRPr lang="ru-RU" sz="2200" dirty="0">
              <a:solidFill>
                <a:schemeClr val="bg2">
                  <a:lumMod val="10000"/>
                </a:schemeClr>
              </a:solidFill>
              <a:effectLst/>
              <a:latin typeface="Arial" panose="020B0604020202020204" pitchFamily="34" charset="0"/>
              <a:ea typeface="Calibri" panose="020F0502020204030204" pitchFamily="34" charset="0"/>
              <a:cs typeface="Arial" panose="020B0604020202020204" pitchFamily="34" charset="0"/>
            </a:endParaRPr>
          </a:p>
        </p:txBody>
      </p:sp>
      <p:pic>
        <p:nvPicPr>
          <p:cNvPr id="7" name="Рисунок 6" descr="Вырезка экрана"/>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29262" y="2184878"/>
            <a:ext cx="6431679" cy="3537423"/>
          </a:xfrm>
          <a:prstGeom prst="rect">
            <a:avLst/>
          </a:prstGeom>
        </p:spPr>
      </p:pic>
    </p:spTree>
    <p:extLst>
      <p:ext uri="{BB962C8B-B14F-4D97-AF65-F5344CB8AC3E}">
        <p14:creationId xmlns:p14="http://schemas.microsoft.com/office/powerpoint/2010/main" val="38591368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p:cNvSpPr>
            <a:spLocks noGrp="1"/>
          </p:cNvSpPr>
          <p:nvPr>
            <p:ph type="body" sz="quarter" idx="13"/>
          </p:nvPr>
        </p:nvSpPr>
        <p:spPr>
          <a:xfrm>
            <a:off x="1143689" y="540904"/>
            <a:ext cx="2024054" cy="415925"/>
          </a:xfrm>
        </p:spPr>
        <p:txBody>
          <a:bodyPr/>
          <a:lstStyle/>
          <a:p>
            <a:r>
              <a:rPr lang="fr-FR" sz="1200" dirty="0">
                <a:latin typeface="Arial" panose="020B0604020202020204" pitchFamily="34" charset="0"/>
                <a:cs typeface="Arial" panose="020B0604020202020204" pitchFamily="34" charset="0"/>
              </a:rPr>
              <a:t>Data Analysis</a:t>
            </a:r>
            <a:endParaRPr lang="ru-RU" sz="1200" dirty="0">
              <a:latin typeface="Arial" panose="020B0604020202020204" pitchFamily="34" charset="0"/>
              <a:cs typeface="Arial" panose="020B0604020202020204" pitchFamily="34" charset="0"/>
            </a:endParaRPr>
          </a:p>
        </p:txBody>
      </p:sp>
      <p:sp>
        <p:nvSpPr>
          <p:cNvPr id="3" name="Текст 2"/>
          <p:cNvSpPr>
            <a:spLocks noGrp="1"/>
          </p:cNvSpPr>
          <p:nvPr>
            <p:ph type="body" sz="quarter" idx="14"/>
          </p:nvPr>
        </p:nvSpPr>
        <p:spPr/>
        <p:txBody>
          <a:bodyPr vert="horz" lIns="0" tIns="0" rIns="0" bIns="0" rtlCol="0">
            <a:noAutofit/>
          </a:bodyPr>
          <a:lstStyle/>
          <a:p>
            <a:r>
              <a:rPr lang="fr-FR" sz="1200" dirty="0">
                <a:solidFill>
                  <a:schemeClr val="tx1"/>
                </a:solidFill>
                <a:latin typeface="Arial" panose="020B0604020202020204" pitchFamily="34" charset="0"/>
                <a:cs typeface="Arial" panose="020B0604020202020204" pitchFamily="34" charset="0"/>
              </a:rPr>
              <a:t>Lecture 9</a:t>
            </a:r>
            <a:endParaRPr lang="ru-RU" sz="1200" dirty="0">
              <a:solidFill>
                <a:schemeClr val="tx1"/>
              </a:solidFill>
              <a:latin typeface="Arial" panose="020B0604020202020204" pitchFamily="34" charset="0"/>
              <a:cs typeface="Arial" panose="020B0604020202020204" pitchFamily="34" charset="0"/>
            </a:endParaRPr>
          </a:p>
        </p:txBody>
      </p:sp>
      <p:sp>
        <p:nvSpPr>
          <p:cNvPr id="4" name="Заголовок 3"/>
          <p:cNvSpPr>
            <a:spLocks noGrp="1"/>
          </p:cNvSpPr>
          <p:nvPr>
            <p:ph type="title"/>
          </p:nvPr>
        </p:nvSpPr>
        <p:spPr>
          <a:xfrm>
            <a:off x="585897" y="1317158"/>
            <a:ext cx="11057955" cy="777025"/>
          </a:xfrm>
        </p:spPr>
        <p:txBody>
          <a:bodyPr>
            <a:noAutofit/>
          </a:bodyPr>
          <a:lstStyle/>
          <a:p>
            <a:r>
              <a:rPr lang="en-US" sz="3700" b="1" dirty="0">
                <a:latin typeface="Arial" panose="020B0604020202020204" pitchFamily="34" charset="0"/>
                <a:cs typeface="Arial" panose="020B0604020202020204" pitchFamily="34" charset="0"/>
              </a:rPr>
              <a:t>Panel Data Advantages</a:t>
            </a:r>
            <a:endParaRPr lang="ru-RU" sz="3700" b="1" dirty="0">
              <a:latin typeface="Arial" panose="020B0604020202020204" pitchFamily="34" charset="0"/>
              <a:cs typeface="Arial" panose="020B0604020202020204" pitchFamily="34" charset="0"/>
            </a:endParaRPr>
          </a:p>
        </p:txBody>
      </p:sp>
      <p:sp>
        <p:nvSpPr>
          <p:cNvPr id="5" name="Текст 4"/>
          <p:cNvSpPr>
            <a:spLocks noGrp="1"/>
          </p:cNvSpPr>
          <p:nvPr>
            <p:ph type="body" sz="quarter" idx="12"/>
          </p:nvPr>
        </p:nvSpPr>
        <p:spPr>
          <a:xfrm>
            <a:off x="718801" y="2171659"/>
            <a:ext cx="10792842" cy="3848315"/>
          </a:xfrm>
        </p:spPr>
        <p:txBody>
          <a:bodyPr numCol="1"/>
          <a:lstStyle/>
          <a:p>
            <a:pPr algn="just">
              <a:spcBef>
                <a:spcPts val="0"/>
              </a:spcBef>
            </a:pPr>
            <a:r>
              <a:rPr lang="en-US" sz="2400" dirty="0">
                <a:solidFill>
                  <a:schemeClr val="bg2">
                    <a:lumMod val="10000"/>
                  </a:schemeClr>
                </a:solidFill>
                <a:latin typeface="Arial" panose="020B0604020202020204" pitchFamily="34" charset="0"/>
                <a:cs typeface="Arial" panose="020B0604020202020204" pitchFamily="34" charset="0"/>
              </a:rPr>
              <a:t>	Due to a special structure, panel data allows to build more flexible and meaningful models and receive answers to questions that are not available in the framework of models based on two-dimensional datasets. They allow to consider and analyze </a:t>
            </a:r>
            <a:r>
              <a:rPr lang="en-US" sz="2400" b="1" dirty="0">
                <a:solidFill>
                  <a:schemeClr val="bg2">
                    <a:lumMod val="10000"/>
                  </a:schemeClr>
                </a:solidFill>
                <a:latin typeface="Arial" panose="020B0604020202020204" pitchFamily="34" charset="0"/>
                <a:cs typeface="Arial" panose="020B0604020202020204" pitchFamily="34" charset="0"/>
              </a:rPr>
              <a:t>individual differences between </a:t>
            </a:r>
            <a:r>
              <a:rPr lang="en-US" sz="2400" dirty="0">
                <a:solidFill>
                  <a:schemeClr val="bg2">
                    <a:lumMod val="10000"/>
                  </a:schemeClr>
                </a:solidFill>
                <a:latin typeface="Arial" panose="020B0604020202020204" pitchFamily="34" charset="0"/>
                <a:cs typeface="Arial" panose="020B0604020202020204" pitchFamily="34" charset="0"/>
              </a:rPr>
              <a:t>units of analysis (to solve the problem of bias in the results obtained due to unobservable data heterogeneity).</a:t>
            </a:r>
          </a:p>
          <a:p>
            <a:pPr algn="just">
              <a:spcBef>
                <a:spcPts val="0"/>
              </a:spcBef>
            </a:pPr>
            <a:r>
              <a:rPr lang="en-US" sz="2400" dirty="0">
                <a:solidFill>
                  <a:schemeClr val="bg2">
                    <a:lumMod val="10000"/>
                  </a:schemeClr>
                </a:solidFill>
                <a:latin typeface="Arial" panose="020B0604020202020204" pitchFamily="34" charset="0"/>
                <a:cs typeface="Arial" panose="020B0604020202020204" pitchFamily="34" charset="0"/>
              </a:rPr>
              <a:t>	For example, in cross-country data in a sample of 100 countries their </a:t>
            </a:r>
            <a:r>
              <a:rPr lang="en-US" sz="2400" b="1" dirty="0">
                <a:solidFill>
                  <a:schemeClr val="bg2">
                    <a:lumMod val="10000"/>
                  </a:schemeClr>
                </a:solidFill>
                <a:latin typeface="Arial" panose="020B0604020202020204" pitchFamily="34" charset="0"/>
                <a:cs typeface="Arial" panose="020B0604020202020204" pitchFamily="34" charset="0"/>
              </a:rPr>
              <a:t>individual characteristics </a:t>
            </a:r>
            <a:r>
              <a:rPr lang="en-US" sz="2400" dirty="0">
                <a:solidFill>
                  <a:schemeClr val="bg2">
                    <a:lumMod val="10000"/>
                  </a:schemeClr>
                </a:solidFill>
                <a:latin typeface="Arial" panose="020B0604020202020204" pitchFamily="34" charset="0"/>
                <a:cs typeface="Arial" panose="020B0604020202020204" pitchFamily="34" charset="0"/>
              </a:rPr>
              <a:t>may influence the results of the assessment. When working with two-dimensional datasets, it is difficult to take these individual features into account. Analysis of panel data allows them to be considered and to avoid biasing results that would be if these individual features were ignored.</a:t>
            </a:r>
          </a:p>
        </p:txBody>
      </p:sp>
      <p:sp>
        <p:nvSpPr>
          <p:cNvPr id="6" name="Текст 5"/>
          <p:cNvSpPr>
            <a:spLocks noGrp="1"/>
          </p:cNvSpPr>
          <p:nvPr>
            <p:ph type="body" sz="quarter" idx="15"/>
          </p:nvPr>
        </p:nvSpPr>
        <p:spPr/>
        <p:txBody>
          <a:bodyPr vert="horz" lIns="0" tIns="0" rIns="0" bIns="0" rtlCol="0">
            <a:noAutofit/>
          </a:bodyPr>
          <a:lstStyle/>
          <a:p>
            <a:r>
              <a:rPr lang="fr-FR" sz="1200" dirty="0">
                <a:solidFill>
                  <a:schemeClr val="tx1"/>
                </a:solidFill>
                <a:latin typeface="Arial" panose="020B0604020202020204" pitchFamily="34" charset="0"/>
                <a:cs typeface="Arial" panose="020B0604020202020204" pitchFamily="34" charset="0"/>
              </a:rPr>
              <a:t>Panel Data Analysis</a:t>
            </a:r>
            <a:endParaRPr lang="ru-RU" sz="12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606735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p:cNvSpPr>
            <a:spLocks noGrp="1"/>
          </p:cNvSpPr>
          <p:nvPr>
            <p:ph type="body" sz="quarter" idx="13"/>
          </p:nvPr>
        </p:nvSpPr>
        <p:spPr>
          <a:xfrm>
            <a:off x="1143689" y="540904"/>
            <a:ext cx="2024054" cy="415925"/>
          </a:xfrm>
        </p:spPr>
        <p:txBody>
          <a:bodyPr/>
          <a:lstStyle/>
          <a:p>
            <a:r>
              <a:rPr lang="fr-FR" sz="1200" dirty="0">
                <a:latin typeface="Arial" panose="020B0604020202020204" pitchFamily="34" charset="0"/>
                <a:cs typeface="Arial" panose="020B0604020202020204" pitchFamily="34" charset="0"/>
              </a:rPr>
              <a:t>Data Analysis</a:t>
            </a:r>
            <a:endParaRPr lang="ru-RU" sz="1200" dirty="0">
              <a:latin typeface="Arial" panose="020B0604020202020204" pitchFamily="34" charset="0"/>
              <a:cs typeface="Arial" panose="020B0604020202020204" pitchFamily="34" charset="0"/>
            </a:endParaRPr>
          </a:p>
        </p:txBody>
      </p:sp>
      <p:sp>
        <p:nvSpPr>
          <p:cNvPr id="3" name="Текст 2"/>
          <p:cNvSpPr>
            <a:spLocks noGrp="1"/>
          </p:cNvSpPr>
          <p:nvPr>
            <p:ph type="body" sz="quarter" idx="14"/>
          </p:nvPr>
        </p:nvSpPr>
        <p:spPr/>
        <p:txBody>
          <a:bodyPr vert="horz" lIns="0" tIns="0" rIns="0" bIns="0" rtlCol="0">
            <a:noAutofit/>
          </a:bodyPr>
          <a:lstStyle/>
          <a:p>
            <a:r>
              <a:rPr lang="fr-FR" sz="1200" dirty="0">
                <a:solidFill>
                  <a:schemeClr val="tx1"/>
                </a:solidFill>
                <a:latin typeface="Arial" panose="020B0604020202020204" pitchFamily="34" charset="0"/>
                <a:cs typeface="Arial" panose="020B0604020202020204" pitchFamily="34" charset="0"/>
              </a:rPr>
              <a:t>Lecture 9</a:t>
            </a:r>
            <a:endParaRPr lang="ru-RU" sz="1200" dirty="0">
              <a:solidFill>
                <a:schemeClr val="tx1"/>
              </a:solidFill>
              <a:latin typeface="Arial" panose="020B0604020202020204" pitchFamily="34" charset="0"/>
              <a:cs typeface="Arial" panose="020B0604020202020204" pitchFamily="34" charset="0"/>
            </a:endParaRPr>
          </a:p>
        </p:txBody>
      </p:sp>
      <p:sp>
        <p:nvSpPr>
          <p:cNvPr id="4" name="Заголовок 3"/>
          <p:cNvSpPr>
            <a:spLocks noGrp="1"/>
          </p:cNvSpPr>
          <p:nvPr>
            <p:ph type="title"/>
          </p:nvPr>
        </p:nvSpPr>
        <p:spPr>
          <a:xfrm>
            <a:off x="585897" y="1317158"/>
            <a:ext cx="11057955" cy="777025"/>
          </a:xfrm>
        </p:spPr>
        <p:txBody>
          <a:bodyPr>
            <a:noAutofit/>
          </a:bodyPr>
          <a:lstStyle/>
          <a:p>
            <a:r>
              <a:rPr lang="en-US" sz="3700" b="1" dirty="0">
                <a:latin typeface="Arial" panose="020B0604020202020204" pitchFamily="34" charset="0"/>
                <a:cs typeface="Arial" panose="020B0604020202020204" pitchFamily="34" charset="0"/>
              </a:rPr>
              <a:t>Panel Data Advantages</a:t>
            </a:r>
            <a:endParaRPr lang="ru-RU" sz="3700" b="1" dirty="0">
              <a:latin typeface="Arial" panose="020B0604020202020204" pitchFamily="34" charset="0"/>
              <a:cs typeface="Arial" panose="020B0604020202020204" pitchFamily="34" charset="0"/>
            </a:endParaRPr>
          </a:p>
        </p:txBody>
      </p:sp>
      <p:sp>
        <p:nvSpPr>
          <p:cNvPr id="5" name="Текст 4"/>
          <p:cNvSpPr>
            <a:spLocks noGrp="1"/>
          </p:cNvSpPr>
          <p:nvPr>
            <p:ph type="body" sz="quarter" idx="12"/>
          </p:nvPr>
        </p:nvSpPr>
        <p:spPr>
          <a:xfrm>
            <a:off x="718801" y="2274895"/>
            <a:ext cx="10792842" cy="3848315"/>
          </a:xfrm>
        </p:spPr>
        <p:txBody>
          <a:bodyPr numCol="1"/>
          <a:lstStyle/>
          <a:p>
            <a:pPr algn="just">
              <a:spcBef>
                <a:spcPts val="0"/>
              </a:spcBef>
            </a:pPr>
            <a:r>
              <a:rPr lang="en-US" sz="2400" dirty="0">
                <a:solidFill>
                  <a:schemeClr val="bg2">
                    <a:lumMod val="10000"/>
                  </a:schemeClr>
                </a:solidFill>
                <a:latin typeface="Arial" panose="020B0604020202020204" pitchFamily="34" charset="0"/>
                <a:cs typeface="Arial" panose="020B0604020202020204" pitchFamily="34" charset="0"/>
              </a:rPr>
              <a:t>	Another advantage – we can explore the dynamics for several objects at once. That is, not a change in GDP in Russia, as in the analysis of time series, but a change in GDP for several countries at once. When working with panel data, there is more data (observations) than when working with two-dimensional samples and time series. And this allows you to get more accurate results.</a:t>
            </a:r>
            <a:endParaRPr lang="ru-RU" sz="2400" dirty="0">
              <a:solidFill>
                <a:schemeClr val="bg2">
                  <a:lumMod val="10000"/>
                </a:schemeClr>
              </a:solidFill>
              <a:latin typeface="Arial" panose="020B0604020202020204" pitchFamily="34" charset="0"/>
              <a:cs typeface="Arial" panose="020B0604020202020204" pitchFamily="34" charset="0"/>
            </a:endParaRPr>
          </a:p>
          <a:p>
            <a:pPr>
              <a:spcBef>
                <a:spcPts val="0"/>
              </a:spcBef>
            </a:pPr>
            <a:endParaRPr lang="ru-RU" sz="2400" dirty="0">
              <a:solidFill>
                <a:schemeClr val="bg2">
                  <a:lumMod val="10000"/>
                </a:schemeClr>
              </a:solidFill>
              <a:latin typeface="Arial" panose="020B0604020202020204" pitchFamily="34" charset="0"/>
              <a:cs typeface="Arial" panose="020B0604020202020204" pitchFamily="34" charset="0"/>
            </a:endParaRPr>
          </a:p>
        </p:txBody>
      </p:sp>
      <p:sp>
        <p:nvSpPr>
          <p:cNvPr id="6" name="Текст 5"/>
          <p:cNvSpPr>
            <a:spLocks noGrp="1"/>
          </p:cNvSpPr>
          <p:nvPr>
            <p:ph type="body" sz="quarter" idx="15"/>
          </p:nvPr>
        </p:nvSpPr>
        <p:spPr/>
        <p:txBody>
          <a:bodyPr vert="horz" lIns="0" tIns="0" rIns="0" bIns="0" rtlCol="0">
            <a:noAutofit/>
          </a:bodyPr>
          <a:lstStyle/>
          <a:p>
            <a:r>
              <a:rPr lang="fr-FR" sz="1200" dirty="0">
                <a:solidFill>
                  <a:schemeClr val="tx1"/>
                </a:solidFill>
                <a:latin typeface="Arial" panose="020B0604020202020204" pitchFamily="34" charset="0"/>
                <a:cs typeface="Arial" panose="020B0604020202020204" pitchFamily="34" charset="0"/>
              </a:rPr>
              <a:t>Panel Data Analysis</a:t>
            </a:r>
            <a:endParaRPr lang="ru-RU" sz="12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005501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p:cNvSpPr>
            <a:spLocks noGrp="1"/>
          </p:cNvSpPr>
          <p:nvPr>
            <p:ph type="body" sz="quarter" idx="13"/>
          </p:nvPr>
        </p:nvSpPr>
        <p:spPr>
          <a:xfrm>
            <a:off x="1143689" y="540904"/>
            <a:ext cx="2024054" cy="415925"/>
          </a:xfrm>
        </p:spPr>
        <p:txBody>
          <a:bodyPr/>
          <a:lstStyle/>
          <a:p>
            <a:r>
              <a:rPr lang="fr-FR" sz="1200" dirty="0">
                <a:latin typeface="Arial" panose="020B0604020202020204" pitchFamily="34" charset="0"/>
                <a:cs typeface="Arial" panose="020B0604020202020204" pitchFamily="34" charset="0"/>
              </a:rPr>
              <a:t>Data Analysis</a:t>
            </a:r>
            <a:endParaRPr lang="ru-RU" sz="1200" dirty="0">
              <a:latin typeface="Arial" panose="020B0604020202020204" pitchFamily="34" charset="0"/>
              <a:cs typeface="Arial" panose="020B0604020202020204" pitchFamily="34" charset="0"/>
            </a:endParaRPr>
          </a:p>
        </p:txBody>
      </p:sp>
      <p:sp>
        <p:nvSpPr>
          <p:cNvPr id="3" name="Текст 2"/>
          <p:cNvSpPr>
            <a:spLocks noGrp="1"/>
          </p:cNvSpPr>
          <p:nvPr>
            <p:ph type="body" sz="quarter" idx="14"/>
          </p:nvPr>
        </p:nvSpPr>
        <p:spPr/>
        <p:txBody>
          <a:bodyPr vert="horz" lIns="0" tIns="0" rIns="0" bIns="0" rtlCol="0">
            <a:noAutofit/>
          </a:bodyPr>
          <a:lstStyle/>
          <a:p>
            <a:r>
              <a:rPr lang="fr-FR" sz="1200" dirty="0">
                <a:solidFill>
                  <a:schemeClr val="tx1"/>
                </a:solidFill>
                <a:latin typeface="Arial" panose="020B0604020202020204" pitchFamily="34" charset="0"/>
                <a:cs typeface="Arial" panose="020B0604020202020204" pitchFamily="34" charset="0"/>
              </a:rPr>
              <a:t>Lecture 9</a:t>
            </a:r>
            <a:endParaRPr lang="ru-RU" sz="1200" dirty="0">
              <a:solidFill>
                <a:schemeClr val="tx1"/>
              </a:solidFill>
              <a:latin typeface="Arial" panose="020B0604020202020204" pitchFamily="34" charset="0"/>
              <a:cs typeface="Arial" panose="020B0604020202020204" pitchFamily="34" charset="0"/>
            </a:endParaRPr>
          </a:p>
        </p:txBody>
      </p:sp>
      <p:sp>
        <p:nvSpPr>
          <p:cNvPr id="4" name="Заголовок 3"/>
          <p:cNvSpPr>
            <a:spLocks noGrp="1"/>
          </p:cNvSpPr>
          <p:nvPr>
            <p:ph type="title"/>
          </p:nvPr>
        </p:nvSpPr>
        <p:spPr>
          <a:xfrm>
            <a:off x="585897" y="1317158"/>
            <a:ext cx="11057955" cy="777025"/>
          </a:xfrm>
        </p:spPr>
        <p:txBody>
          <a:bodyPr>
            <a:noAutofit/>
          </a:bodyPr>
          <a:lstStyle/>
          <a:p>
            <a:r>
              <a:rPr lang="en-US" sz="3700" b="1" dirty="0">
                <a:latin typeface="Arial" panose="020B0604020202020204" pitchFamily="34" charset="0"/>
                <a:cs typeface="Arial" panose="020B0604020202020204" pitchFamily="34" charset="0"/>
              </a:rPr>
              <a:t>Balanced Panels</a:t>
            </a:r>
            <a:endParaRPr lang="ru-RU" sz="3700" b="1" dirty="0">
              <a:latin typeface="Arial" panose="020B0604020202020204" pitchFamily="34" charset="0"/>
              <a:cs typeface="Arial" panose="020B0604020202020204" pitchFamily="34" charset="0"/>
            </a:endParaRPr>
          </a:p>
        </p:txBody>
      </p:sp>
      <p:sp>
        <p:nvSpPr>
          <p:cNvPr id="5" name="Текст 4"/>
          <p:cNvSpPr>
            <a:spLocks noGrp="1"/>
          </p:cNvSpPr>
          <p:nvPr>
            <p:ph type="body" sz="quarter" idx="12"/>
          </p:nvPr>
        </p:nvSpPr>
        <p:spPr>
          <a:xfrm>
            <a:off x="718801" y="2274895"/>
            <a:ext cx="10792842" cy="3848315"/>
          </a:xfrm>
        </p:spPr>
        <p:txBody>
          <a:bodyPr numCol="1"/>
          <a:lstStyle/>
          <a:p>
            <a:r>
              <a:rPr lang="ru-RU" sz="2400" dirty="0">
                <a:solidFill>
                  <a:schemeClr val="bg2">
                    <a:lumMod val="10000"/>
                  </a:schemeClr>
                </a:solidFill>
                <a:latin typeface="Arial" panose="020B0604020202020204" pitchFamily="34" charset="0"/>
                <a:cs typeface="Arial" panose="020B0604020202020204" pitchFamily="34" charset="0"/>
              </a:rPr>
              <a:t>	</a:t>
            </a:r>
            <a:r>
              <a:rPr lang="en-US" sz="2400" u="sng" dirty="0">
                <a:solidFill>
                  <a:schemeClr val="bg2">
                    <a:lumMod val="10000"/>
                  </a:schemeClr>
                </a:solidFill>
                <a:latin typeface="Arial" panose="020B0604020202020204" pitchFamily="34" charset="0"/>
                <a:cs typeface="Arial" panose="020B0604020202020204" pitchFamily="34" charset="0"/>
              </a:rPr>
              <a:t>Balanced panel </a:t>
            </a:r>
            <a:r>
              <a:rPr lang="en-US" sz="2400" dirty="0">
                <a:solidFill>
                  <a:schemeClr val="bg2">
                    <a:lumMod val="10000"/>
                  </a:schemeClr>
                </a:solidFill>
                <a:latin typeface="Arial" panose="020B0604020202020204" pitchFamily="34" charset="0"/>
                <a:cs typeface="Arial" panose="020B0604020202020204" pitchFamily="34" charset="0"/>
              </a:rPr>
              <a:t>– for each object there is an observation for each moment in time, i.e.</a:t>
            </a:r>
            <a:r>
              <a:rPr lang="ru-RU" sz="2400" dirty="0">
                <a:solidFill>
                  <a:schemeClr val="bg2">
                    <a:lumMod val="10000"/>
                  </a:schemeClr>
                </a:solidFill>
                <a:latin typeface="Arial" panose="020B0604020202020204" pitchFamily="34" charset="0"/>
                <a:cs typeface="Arial" panose="020B0604020202020204" pitchFamily="34" charset="0"/>
              </a:rPr>
              <a:t>,</a:t>
            </a:r>
            <a:r>
              <a:rPr lang="en-US" sz="2400" dirty="0">
                <a:solidFill>
                  <a:schemeClr val="bg2">
                    <a:lumMod val="10000"/>
                  </a:schemeClr>
                </a:solidFill>
                <a:latin typeface="Arial" panose="020B0604020202020204" pitchFamily="34" charset="0"/>
                <a:cs typeface="Arial" panose="020B0604020202020204" pitchFamily="34" charset="0"/>
              </a:rPr>
              <a:t> number of observations = n* T (there are no missing values within the dataset).</a:t>
            </a:r>
            <a:br>
              <a:rPr lang="en-US" sz="2400" dirty="0">
                <a:solidFill>
                  <a:schemeClr val="bg2">
                    <a:lumMod val="10000"/>
                  </a:schemeClr>
                </a:solidFill>
                <a:latin typeface="Arial" panose="020B0604020202020204" pitchFamily="34" charset="0"/>
                <a:cs typeface="Arial" panose="020B0604020202020204" pitchFamily="34" charset="0"/>
              </a:rPr>
            </a:br>
            <a:br>
              <a:rPr lang="en-US" sz="2400" dirty="0">
                <a:solidFill>
                  <a:schemeClr val="bg2">
                    <a:lumMod val="10000"/>
                  </a:schemeClr>
                </a:solidFill>
                <a:latin typeface="Arial" panose="020B0604020202020204" pitchFamily="34" charset="0"/>
                <a:cs typeface="Arial" panose="020B0604020202020204" pitchFamily="34" charset="0"/>
              </a:rPr>
            </a:br>
            <a:r>
              <a:rPr lang="ru-RU" sz="2400" dirty="0">
                <a:solidFill>
                  <a:schemeClr val="bg2">
                    <a:lumMod val="10000"/>
                  </a:schemeClr>
                </a:solidFill>
                <a:latin typeface="Arial" panose="020B0604020202020204" pitchFamily="34" charset="0"/>
                <a:cs typeface="Arial" panose="020B0604020202020204" pitchFamily="34" charset="0"/>
              </a:rPr>
              <a:t>	</a:t>
            </a:r>
            <a:r>
              <a:rPr lang="en-US" sz="2400" u="sng" dirty="0">
                <a:solidFill>
                  <a:schemeClr val="bg2">
                    <a:lumMod val="10000"/>
                  </a:schemeClr>
                </a:solidFill>
                <a:latin typeface="Arial" panose="020B0604020202020204" pitchFamily="34" charset="0"/>
                <a:cs typeface="Arial" panose="020B0604020202020204" pitchFamily="34" charset="0"/>
              </a:rPr>
              <a:t>Unbalanced panel </a:t>
            </a:r>
            <a:r>
              <a:rPr lang="en-US" sz="2400" dirty="0">
                <a:solidFill>
                  <a:schemeClr val="bg2">
                    <a:lumMod val="10000"/>
                  </a:schemeClr>
                </a:solidFill>
                <a:latin typeface="Arial" panose="020B0604020202020204" pitchFamily="34" charset="0"/>
                <a:cs typeface="Arial" panose="020B0604020202020204" pitchFamily="34" charset="0"/>
              </a:rPr>
              <a:t>- there are gaps in the data, i.e.</a:t>
            </a:r>
            <a:r>
              <a:rPr lang="ru-RU" sz="2400" dirty="0">
                <a:solidFill>
                  <a:schemeClr val="bg2">
                    <a:lumMod val="10000"/>
                  </a:schemeClr>
                </a:solidFill>
                <a:latin typeface="Arial" panose="020B0604020202020204" pitchFamily="34" charset="0"/>
                <a:cs typeface="Arial" panose="020B0604020202020204" pitchFamily="34" charset="0"/>
              </a:rPr>
              <a:t>,</a:t>
            </a:r>
            <a:r>
              <a:rPr lang="en-US" sz="2400" dirty="0">
                <a:solidFill>
                  <a:schemeClr val="bg2">
                    <a:lumMod val="10000"/>
                  </a:schemeClr>
                </a:solidFill>
                <a:latin typeface="Arial" panose="020B0604020202020204" pitchFamily="34" charset="0"/>
                <a:cs typeface="Arial" panose="020B0604020202020204" pitchFamily="34" charset="0"/>
              </a:rPr>
              <a:t> number of observations &lt; n* T.</a:t>
            </a:r>
            <a:br>
              <a:rPr lang="en-US" sz="2400" dirty="0">
                <a:solidFill>
                  <a:schemeClr val="bg2">
                    <a:lumMod val="10000"/>
                  </a:schemeClr>
                </a:solidFill>
                <a:latin typeface="Arial" panose="020B0604020202020204" pitchFamily="34" charset="0"/>
                <a:cs typeface="Arial" panose="020B0604020202020204" pitchFamily="34" charset="0"/>
              </a:rPr>
            </a:br>
            <a:br>
              <a:rPr lang="en-US" sz="2400" dirty="0">
                <a:solidFill>
                  <a:schemeClr val="bg2">
                    <a:lumMod val="10000"/>
                  </a:schemeClr>
                </a:solidFill>
                <a:latin typeface="Arial" panose="020B0604020202020204" pitchFamily="34" charset="0"/>
                <a:cs typeface="Arial" panose="020B0604020202020204" pitchFamily="34" charset="0"/>
              </a:rPr>
            </a:br>
            <a:r>
              <a:rPr lang="ru-RU" sz="2400" dirty="0">
                <a:solidFill>
                  <a:schemeClr val="bg2">
                    <a:lumMod val="10000"/>
                  </a:schemeClr>
                </a:solidFill>
                <a:latin typeface="Arial" panose="020B0604020202020204" pitchFamily="34" charset="0"/>
                <a:cs typeface="Arial" panose="020B0604020202020204" pitchFamily="34" charset="0"/>
              </a:rPr>
              <a:t>	</a:t>
            </a:r>
            <a:r>
              <a:rPr lang="en-US" sz="2400" dirty="0">
                <a:solidFill>
                  <a:schemeClr val="bg2">
                    <a:lumMod val="10000"/>
                  </a:schemeClr>
                </a:solidFill>
                <a:latin typeface="Arial" panose="020B0604020202020204" pitchFamily="34" charset="0"/>
                <a:cs typeface="Arial" panose="020B0604020202020204" pitchFamily="34" charset="0"/>
              </a:rPr>
              <a:t>If the occurrence of gaps is exogenous, that is, random and does not correlate with the dependent variable, then for unbalanced panels you can use the same analysis methods as for balanced ones.</a:t>
            </a:r>
          </a:p>
          <a:p>
            <a:pPr algn="just"/>
            <a:endParaRPr lang="ru-RU" sz="2400" dirty="0">
              <a:solidFill>
                <a:schemeClr val="bg2">
                  <a:lumMod val="10000"/>
                </a:schemeClr>
              </a:solidFill>
              <a:latin typeface="Arial" panose="020B0604020202020204" pitchFamily="34" charset="0"/>
              <a:cs typeface="Arial" panose="020B0604020202020204" pitchFamily="34" charset="0"/>
            </a:endParaRPr>
          </a:p>
        </p:txBody>
      </p:sp>
      <p:sp>
        <p:nvSpPr>
          <p:cNvPr id="6" name="Текст 5"/>
          <p:cNvSpPr>
            <a:spLocks noGrp="1"/>
          </p:cNvSpPr>
          <p:nvPr>
            <p:ph type="body" sz="quarter" idx="15"/>
          </p:nvPr>
        </p:nvSpPr>
        <p:spPr/>
        <p:txBody>
          <a:bodyPr vert="horz" lIns="0" tIns="0" rIns="0" bIns="0" rtlCol="0">
            <a:noAutofit/>
          </a:bodyPr>
          <a:lstStyle/>
          <a:p>
            <a:r>
              <a:rPr lang="fr-FR" sz="1200" dirty="0">
                <a:solidFill>
                  <a:schemeClr val="tx1"/>
                </a:solidFill>
                <a:latin typeface="Arial" panose="020B0604020202020204" pitchFamily="34" charset="0"/>
                <a:cs typeface="Arial" panose="020B0604020202020204" pitchFamily="34" charset="0"/>
              </a:rPr>
              <a:t>Panel Data Analysis</a:t>
            </a:r>
            <a:endParaRPr lang="ru-RU" sz="12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644076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p:cNvSpPr>
            <a:spLocks noGrp="1"/>
          </p:cNvSpPr>
          <p:nvPr>
            <p:ph type="body" sz="quarter" idx="13"/>
          </p:nvPr>
        </p:nvSpPr>
        <p:spPr>
          <a:xfrm>
            <a:off x="1143689" y="540904"/>
            <a:ext cx="2024054" cy="415925"/>
          </a:xfrm>
        </p:spPr>
        <p:txBody>
          <a:bodyPr/>
          <a:lstStyle/>
          <a:p>
            <a:r>
              <a:rPr lang="fr-FR" sz="1200" dirty="0">
                <a:latin typeface="Arial" panose="020B0604020202020204" pitchFamily="34" charset="0"/>
                <a:cs typeface="Arial" panose="020B0604020202020204" pitchFamily="34" charset="0"/>
              </a:rPr>
              <a:t>Data Analysis</a:t>
            </a:r>
            <a:endParaRPr lang="ru-RU" sz="1200" dirty="0">
              <a:latin typeface="Arial" panose="020B0604020202020204" pitchFamily="34" charset="0"/>
              <a:cs typeface="Arial" panose="020B0604020202020204" pitchFamily="34" charset="0"/>
            </a:endParaRPr>
          </a:p>
        </p:txBody>
      </p:sp>
      <p:sp>
        <p:nvSpPr>
          <p:cNvPr id="3" name="Текст 2"/>
          <p:cNvSpPr>
            <a:spLocks noGrp="1"/>
          </p:cNvSpPr>
          <p:nvPr>
            <p:ph type="body" sz="quarter" idx="14"/>
          </p:nvPr>
        </p:nvSpPr>
        <p:spPr/>
        <p:txBody>
          <a:bodyPr vert="horz" lIns="0" tIns="0" rIns="0" bIns="0" rtlCol="0">
            <a:noAutofit/>
          </a:bodyPr>
          <a:lstStyle/>
          <a:p>
            <a:r>
              <a:rPr lang="fr-FR" sz="1200" dirty="0">
                <a:solidFill>
                  <a:schemeClr val="tx1"/>
                </a:solidFill>
                <a:latin typeface="Arial" panose="020B0604020202020204" pitchFamily="34" charset="0"/>
                <a:cs typeface="Arial" panose="020B0604020202020204" pitchFamily="34" charset="0"/>
              </a:rPr>
              <a:t>Lecture 9</a:t>
            </a:r>
            <a:endParaRPr lang="ru-RU" sz="1200" dirty="0">
              <a:solidFill>
                <a:schemeClr val="tx1"/>
              </a:solidFill>
              <a:latin typeface="Arial" panose="020B0604020202020204" pitchFamily="34" charset="0"/>
              <a:cs typeface="Arial" panose="020B0604020202020204" pitchFamily="34" charset="0"/>
            </a:endParaRPr>
          </a:p>
        </p:txBody>
      </p:sp>
      <p:sp>
        <p:nvSpPr>
          <p:cNvPr id="4" name="Заголовок 3"/>
          <p:cNvSpPr>
            <a:spLocks noGrp="1"/>
          </p:cNvSpPr>
          <p:nvPr>
            <p:ph type="title"/>
          </p:nvPr>
        </p:nvSpPr>
        <p:spPr>
          <a:xfrm>
            <a:off x="585897" y="1317158"/>
            <a:ext cx="11057955" cy="777025"/>
          </a:xfrm>
        </p:spPr>
        <p:txBody>
          <a:bodyPr>
            <a:noAutofit/>
          </a:bodyPr>
          <a:lstStyle/>
          <a:p>
            <a:r>
              <a:rPr lang="en-US" sz="3700" b="1" dirty="0">
                <a:latin typeface="Arial" panose="020B0604020202020204" pitchFamily="34" charset="0"/>
                <a:cs typeface="Arial" panose="020B0604020202020204" pitchFamily="34" charset="0"/>
              </a:rPr>
              <a:t>Types of regressors</a:t>
            </a:r>
            <a:endParaRPr lang="ru-RU" sz="3700" b="1" dirty="0">
              <a:latin typeface="Arial" panose="020B0604020202020204" pitchFamily="34" charset="0"/>
              <a:cs typeface="Arial" panose="020B0604020202020204" pitchFamily="34" charset="0"/>
            </a:endParaRPr>
          </a:p>
        </p:txBody>
      </p:sp>
      <p:sp>
        <p:nvSpPr>
          <p:cNvPr id="5" name="Текст 4"/>
          <p:cNvSpPr>
            <a:spLocks noGrp="1"/>
          </p:cNvSpPr>
          <p:nvPr>
            <p:ph type="body" sz="quarter" idx="12"/>
          </p:nvPr>
        </p:nvSpPr>
        <p:spPr>
          <a:xfrm>
            <a:off x="718801" y="2274895"/>
            <a:ext cx="10792842" cy="3848315"/>
          </a:xfrm>
        </p:spPr>
        <p:txBody>
          <a:bodyPr numCol="1"/>
          <a:lstStyle/>
          <a:p>
            <a:r>
              <a:rPr lang="en-US" sz="2400" dirty="0">
                <a:solidFill>
                  <a:schemeClr val="bg2">
                    <a:lumMod val="10000"/>
                  </a:schemeClr>
                </a:solidFill>
              </a:rPr>
              <a:t>	</a:t>
            </a:r>
            <a:r>
              <a:rPr lang="en-US" sz="2600" u="sng" dirty="0">
                <a:solidFill>
                  <a:schemeClr val="bg2">
                    <a:lumMod val="10000"/>
                  </a:schemeClr>
                </a:solidFill>
                <a:latin typeface="Arial" panose="020B0604020202020204" pitchFamily="34" charset="0"/>
                <a:cs typeface="Arial" panose="020B0604020202020204" pitchFamily="34" charset="0"/>
              </a:rPr>
              <a:t>Varying</a:t>
            </a:r>
            <a:r>
              <a:rPr lang="en-US" sz="2600" dirty="0">
                <a:solidFill>
                  <a:schemeClr val="bg2">
                    <a:lumMod val="10000"/>
                  </a:schemeClr>
                </a:solidFill>
                <a:latin typeface="Arial" panose="020B0604020202020204" pitchFamily="34" charset="0"/>
                <a:cs typeface="Arial" panose="020B0604020202020204" pitchFamily="34" charset="0"/>
              </a:rPr>
              <a:t>: vary in time and differ among different sample objects, for example, annual income, consumption.</a:t>
            </a:r>
            <a:br>
              <a:rPr lang="en-US" sz="2600" dirty="0">
                <a:solidFill>
                  <a:schemeClr val="bg2">
                    <a:lumMod val="10000"/>
                  </a:schemeClr>
                </a:solidFill>
                <a:latin typeface="Arial" panose="020B0604020202020204" pitchFamily="34" charset="0"/>
                <a:cs typeface="Arial" panose="020B0604020202020204" pitchFamily="34" charset="0"/>
              </a:rPr>
            </a:br>
            <a:endParaRPr lang="en-US" sz="2600" dirty="0">
              <a:solidFill>
                <a:schemeClr val="bg2">
                  <a:lumMod val="10000"/>
                </a:schemeClr>
              </a:solidFill>
              <a:latin typeface="Arial" panose="020B0604020202020204" pitchFamily="34" charset="0"/>
              <a:cs typeface="Arial" panose="020B0604020202020204" pitchFamily="34" charset="0"/>
            </a:endParaRPr>
          </a:p>
          <a:p>
            <a:r>
              <a:rPr lang="en-US" sz="2600" dirty="0">
                <a:solidFill>
                  <a:schemeClr val="bg2">
                    <a:lumMod val="10000"/>
                  </a:schemeClr>
                </a:solidFill>
                <a:latin typeface="Arial" panose="020B0604020202020204" pitchFamily="34" charset="0"/>
                <a:cs typeface="Arial" panose="020B0604020202020204" pitchFamily="34" charset="0"/>
              </a:rPr>
              <a:t>	</a:t>
            </a:r>
            <a:r>
              <a:rPr lang="en-US" sz="2600" u="sng" dirty="0">
                <a:solidFill>
                  <a:schemeClr val="bg2">
                    <a:lumMod val="10000"/>
                  </a:schemeClr>
                </a:solidFill>
                <a:latin typeface="Arial" panose="020B0604020202020204" pitchFamily="34" charset="0"/>
                <a:cs typeface="Arial" panose="020B0604020202020204" pitchFamily="34" charset="0"/>
              </a:rPr>
              <a:t>Unchanged in time</a:t>
            </a:r>
            <a:r>
              <a:rPr lang="en-US" sz="2600" dirty="0">
                <a:solidFill>
                  <a:schemeClr val="bg2">
                    <a:lumMod val="10000"/>
                  </a:schemeClr>
                </a:solidFill>
                <a:latin typeface="Arial" panose="020B0604020202020204" pitchFamily="34" charset="0"/>
                <a:cs typeface="Arial" panose="020B0604020202020204" pitchFamily="34" charset="0"/>
              </a:rPr>
              <a:t> (time-invariant): gender, race, level of education.</a:t>
            </a:r>
          </a:p>
          <a:p>
            <a:br>
              <a:rPr lang="en-US" sz="2600" dirty="0">
                <a:solidFill>
                  <a:schemeClr val="bg2">
                    <a:lumMod val="10000"/>
                  </a:schemeClr>
                </a:solidFill>
                <a:latin typeface="Arial" panose="020B0604020202020204" pitchFamily="34" charset="0"/>
                <a:cs typeface="Arial" panose="020B0604020202020204" pitchFamily="34" charset="0"/>
              </a:rPr>
            </a:br>
            <a:r>
              <a:rPr lang="en-US" sz="2600" dirty="0">
                <a:solidFill>
                  <a:schemeClr val="bg2">
                    <a:lumMod val="10000"/>
                  </a:schemeClr>
                </a:solidFill>
                <a:latin typeface="Arial" panose="020B0604020202020204" pitchFamily="34" charset="0"/>
                <a:cs typeface="Arial" panose="020B0604020202020204" pitchFamily="34" charset="0"/>
              </a:rPr>
              <a:t>	</a:t>
            </a:r>
            <a:r>
              <a:rPr lang="en-US" sz="2600" u="sng" dirty="0">
                <a:solidFill>
                  <a:schemeClr val="bg2">
                    <a:lumMod val="10000"/>
                  </a:schemeClr>
                </a:solidFill>
                <a:latin typeface="Arial" panose="020B0604020202020204" pitchFamily="34" charset="0"/>
                <a:cs typeface="Arial" panose="020B0604020202020204" pitchFamily="34" charset="0"/>
              </a:rPr>
              <a:t>Individual-invariant</a:t>
            </a:r>
            <a:r>
              <a:rPr lang="en-US" sz="2600" dirty="0">
                <a:solidFill>
                  <a:schemeClr val="bg2">
                    <a:lumMod val="10000"/>
                  </a:schemeClr>
                </a:solidFill>
                <a:latin typeface="Arial" panose="020B0604020202020204" pitchFamily="34" charset="0"/>
                <a:cs typeface="Arial" panose="020B0604020202020204" pitchFamily="34" charset="0"/>
              </a:rPr>
              <a:t>: vary in time, but do not differ for different sample objects, for example, the unemployment rate.</a:t>
            </a:r>
          </a:p>
          <a:p>
            <a:endParaRPr lang="en-US" sz="2400" dirty="0">
              <a:solidFill>
                <a:schemeClr val="bg2">
                  <a:lumMod val="10000"/>
                </a:schemeClr>
              </a:solidFill>
            </a:endParaRPr>
          </a:p>
        </p:txBody>
      </p:sp>
      <p:sp>
        <p:nvSpPr>
          <p:cNvPr id="6" name="Текст 5"/>
          <p:cNvSpPr>
            <a:spLocks noGrp="1"/>
          </p:cNvSpPr>
          <p:nvPr>
            <p:ph type="body" sz="quarter" idx="15"/>
          </p:nvPr>
        </p:nvSpPr>
        <p:spPr/>
        <p:txBody>
          <a:bodyPr vert="horz" lIns="0" tIns="0" rIns="0" bIns="0" rtlCol="0">
            <a:noAutofit/>
          </a:bodyPr>
          <a:lstStyle/>
          <a:p>
            <a:r>
              <a:rPr lang="fr-FR" sz="1200" dirty="0">
                <a:solidFill>
                  <a:schemeClr val="tx1"/>
                </a:solidFill>
                <a:latin typeface="Arial" panose="020B0604020202020204" pitchFamily="34" charset="0"/>
                <a:cs typeface="Arial" panose="020B0604020202020204" pitchFamily="34" charset="0"/>
              </a:rPr>
              <a:t>Panel Data Analysis</a:t>
            </a:r>
            <a:endParaRPr lang="ru-RU" sz="12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824172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p:cNvSpPr>
            <a:spLocks noGrp="1"/>
          </p:cNvSpPr>
          <p:nvPr>
            <p:ph type="body" sz="quarter" idx="13"/>
          </p:nvPr>
        </p:nvSpPr>
        <p:spPr>
          <a:xfrm>
            <a:off x="1143689" y="540904"/>
            <a:ext cx="2024054" cy="415925"/>
          </a:xfrm>
        </p:spPr>
        <p:txBody>
          <a:bodyPr/>
          <a:lstStyle/>
          <a:p>
            <a:r>
              <a:rPr lang="fr-FR" sz="1200" dirty="0">
                <a:latin typeface="Arial" panose="020B0604020202020204" pitchFamily="34" charset="0"/>
                <a:cs typeface="Arial" panose="020B0604020202020204" pitchFamily="34" charset="0"/>
              </a:rPr>
              <a:t>Data Analysis</a:t>
            </a:r>
            <a:endParaRPr lang="ru-RU" sz="1200" dirty="0">
              <a:latin typeface="Arial" panose="020B0604020202020204" pitchFamily="34" charset="0"/>
              <a:cs typeface="Arial" panose="020B0604020202020204" pitchFamily="34" charset="0"/>
            </a:endParaRPr>
          </a:p>
        </p:txBody>
      </p:sp>
      <p:sp>
        <p:nvSpPr>
          <p:cNvPr id="3" name="Текст 2"/>
          <p:cNvSpPr>
            <a:spLocks noGrp="1"/>
          </p:cNvSpPr>
          <p:nvPr>
            <p:ph type="body" sz="quarter" idx="14"/>
          </p:nvPr>
        </p:nvSpPr>
        <p:spPr/>
        <p:txBody>
          <a:bodyPr vert="horz" lIns="0" tIns="0" rIns="0" bIns="0" rtlCol="0">
            <a:noAutofit/>
          </a:bodyPr>
          <a:lstStyle/>
          <a:p>
            <a:r>
              <a:rPr lang="fr-FR" sz="1200" dirty="0">
                <a:solidFill>
                  <a:schemeClr val="tx1"/>
                </a:solidFill>
                <a:latin typeface="Arial" panose="020B0604020202020204" pitchFamily="34" charset="0"/>
                <a:cs typeface="Arial" panose="020B0604020202020204" pitchFamily="34" charset="0"/>
              </a:rPr>
              <a:t>Lecture 9</a:t>
            </a:r>
            <a:endParaRPr lang="ru-RU" sz="1200" dirty="0">
              <a:solidFill>
                <a:schemeClr val="tx1"/>
              </a:solidFill>
              <a:latin typeface="Arial" panose="020B0604020202020204" pitchFamily="34" charset="0"/>
              <a:cs typeface="Arial" panose="020B0604020202020204" pitchFamily="34" charset="0"/>
            </a:endParaRPr>
          </a:p>
        </p:txBody>
      </p:sp>
      <p:sp>
        <p:nvSpPr>
          <p:cNvPr id="4" name="Заголовок 3"/>
          <p:cNvSpPr>
            <a:spLocks noGrp="1"/>
          </p:cNvSpPr>
          <p:nvPr>
            <p:ph type="title"/>
          </p:nvPr>
        </p:nvSpPr>
        <p:spPr>
          <a:xfrm>
            <a:off x="585897" y="1317158"/>
            <a:ext cx="11057955" cy="777025"/>
          </a:xfrm>
        </p:spPr>
        <p:txBody>
          <a:bodyPr>
            <a:noAutofit/>
          </a:bodyPr>
          <a:lstStyle/>
          <a:p>
            <a:r>
              <a:rPr lang="en-US" sz="3700" b="1" dirty="0">
                <a:latin typeface="Arial" panose="020B0604020202020204" pitchFamily="34" charset="0"/>
                <a:cs typeface="Arial" panose="020B0604020202020204" pitchFamily="34" charset="0"/>
              </a:rPr>
              <a:t>Example</a:t>
            </a:r>
            <a:endParaRPr lang="ru-RU" sz="3700" b="1" dirty="0">
              <a:latin typeface="Arial" panose="020B0604020202020204" pitchFamily="34" charset="0"/>
              <a:cs typeface="Arial" panose="020B0604020202020204" pitchFamily="34" charset="0"/>
            </a:endParaRPr>
          </a:p>
        </p:txBody>
      </p:sp>
      <p:sp>
        <p:nvSpPr>
          <p:cNvPr id="5" name="Текст 4"/>
          <p:cNvSpPr>
            <a:spLocks noGrp="1"/>
          </p:cNvSpPr>
          <p:nvPr>
            <p:ph type="body" sz="quarter" idx="12"/>
          </p:nvPr>
        </p:nvSpPr>
        <p:spPr>
          <a:xfrm>
            <a:off x="718801" y="2274895"/>
            <a:ext cx="10792842" cy="3848315"/>
          </a:xfrm>
        </p:spPr>
        <p:txBody>
          <a:bodyPr numCol="1"/>
          <a:lstStyle/>
          <a:p>
            <a:r>
              <a:rPr lang="en-US" sz="2400" u="sng" dirty="0">
                <a:solidFill>
                  <a:schemeClr val="bg2">
                    <a:lumMod val="10000"/>
                  </a:schemeClr>
                </a:solidFill>
                <a:latin typeface="Arial" panose="020B0604020202020204" pitchFamily="34" charset="0"/>
                <a:cs typeface="Arial" panose="020B0604020202020204" pitchFamily="34" charset="0"/>
              </a:rPr>
              <a:t>Research question</a:t>
            </a:r>
            <a:r>
              <a:rPr lang="en-US" sz="2400" dirty="0">
                <a:solidFill>
                  <a:schemeClr val="bg2">
                    <a:lumMod val="10000"/>
                  </a:schemeClr>
                </a:solidFill>
                <a:latin typeface="Arial" panose="020B0604020202020204" pitchFamily="34" charset="0"/>
                <a:cs typeface="Arial" panose="020B0604020202020204" pitchFamily="34" charset="0"/>
              </a:rPr>
              <a:t>: How are beer taxes related to road traffic fatality rates?</a:t>
            </a:r>
            <a:br>
              <a:rPr lang="en-US" sz="2400" dirty="0">
                <a:solidFill>
                  <a:schemeClr val="bg2">
                    <a:lumMod val="10000"/>
                  </a:schemeClr>
                </a:solidFill>
                <a:latin typeface="Arial" panose="020B0604020202020204" pitchFamily="34" charset="0"/>
                <a:cs typeface="Arial" panose="020B0604020202020204" pitchFamily="34" charset="0"/>
              </a:rPr>
            </a:br>
            <a:r>
              <a:rPr lang="en-US" sz="2400" dirty="0">
                <a:solidFill>
                  <a:schemeClr val="bg2">
                    <a:lumMod val="10000"/>
                  </a:schemeClr>
                </a:solidFill>
                <a:latin typeface="Arial" panose="020B0604020202020204" pitchFamily="34" charset="0"/>
                <a:cs typeface="Arial" panose="020B0604020202020204" pitchFamily="34" charset="0"/>
              </a:rPr>
              <a:t>     </a:t>
            </a:r>
            <a:br>
              <a:rPr lang="en-US" sz="2400" dirty="0">
                <a:solidFill>
                  <a:schemeClr val="bg2">
                    <a:lumMod val="10000"/>
                  </a:schemeClr>
                </a:solidFill>
                <a:latin typeface="Arial" panose="020B0604020202020204" pitchFamily="34" charset="0"/>
                <a:cs typeface="Arial" panose="020B0604020202020204" pitchFamily="34" charset="0"/>
              </a:rPr>
            </a:br>
            <a:r>
              <a:rPr lang="en-US" sz="2400" u="sng" dirty="0">
                <a:solidFill>
                  <a:schemeClr val="bg2">
                    <a:lumMod val="10000"/>
                  </a:schemeClr>
                </a:solidFill>
                <a:latin typeface="Arial" panose="020B0604020202020204" pitchFamily="34" charset="0"/>
                <a:cs typeface="Arial" panose="020B0604020202020204" pitchFamily="34" charset="0"/>
              </a:rPr>
              <a:t>Data</a:t>
            </a:r>
            <a:r>
              <a:rPr lang="en-US" sz="2400" dirty="0">
                <a:solidFill>
                  <a:schemeClr val="bg2">
                    <a:lumMod val="10000"/>
                  </a:schemeClr>
                </a:solidFill>
                <a:latin typeface="Arial" panose="020B0604020202020204" pitchFamily="34" charset="0"/>
                <a:cs typeface="Arial" panose="020B0604020202020204" pitchFamily="34" charset="0"/>
              </a:rPr>
              <a:t>: 48 US states for 1982 and 1988.</a:t>
            </a:r>
            <a:br>
              <a:rPr lang="en-US" sz="2400" dirty="0">
                <a:solidFill>
                  <a:schemeClr val="bg2">
                    <a:lumMod val="10000"/>
                  </a:schemeClr>
                </a:solidFill>
                <a:latin typeface="Arial" panose="020B0604020202020204" pitchFamily="34" charset="0"/>
                <a:cs typeface="Arial" panose="020B0604020202020204" pitchFamily="34" charset="0"/>
              </a:rPr>
            </a:br>
            <a:r>
              <a:rPr lang="en-US" sz="2400" dirty="0">
                <a:solidFill>
                  <a:schemeClr val="bg2">
                    <a:lumMod val="10000"/>
                  </a:schemeClr>
                </a:solidFill>
                <a:latin typeface="Arial" panose="020B0604020202020204" pitchFamily="34" charset="0"/>
                <a:cs typeface="Arial" panose="020B0604020202020204" pitchFamily="34" charset="0"/>
              </a:rPr>
              <a:t>    </a:t>
            </a:r>
            <a:br>
              <a:rPr lang="en-US" sz="2400" dirty="0">
                <a:solidFill>
                  <a:schemeClr val="bg2">
                    <a:lumMod val="10000"/>
                  </a:schemeClr>
                </a:solidFill>
                <a:latin typeface="Arial" panose="020B0604020202020204" pitchFamily="34" charset="0"/>
                <a:cs typeface="Arial" panose="020B0604020202020204" pitchFamily="34" charset="0"/>
              </a:rPr>
            </a:br>
            <a:r>
              <a:rPr lang="en-US" sz="2400" u="sng" dirty="0">
                <a:solidFill>
                  <a:schemeClr val="bg2">
                    <a:lumMod val="10000"/>
                  </a:schemeClr>
                </a:solidFill>
                <a:latin typeface="Arial" panose="020B0604020202020204" pitchFamily="34" charset="0"/>
                <a:cs typeface="Arial" panose="020B0604020202020204" pitchFamily="34" charset="0"/>
              </a:rPr>
              <a:t>Variables</a:t>
            </a:r>
            <a:r>
              <a:rPr lang="en-US" sz="2400" dirty="0">
                <a:solidFill>
                  <a:schemeClr val="bg2">
                    <a:lumMod val="10000"/>
                  </a:schemeClr>
                </a:solidFill>
                <a:latin typeface="Arial" panose="020B0604020202020204" pitchFamily="34" charset="0"/>
                <a:cs typeface="Arial" panose="020B0604020202020204" pitchFamily="34" charset="0"/>
              </a:rPr>
              <a:t>:</a:t>
            </a:r>
            <a:br>
              <a:rPr lang="en-US" sz="2400" dirty="0">
                <a:solidFill>
                  <a:schemeClr val="bg2">
                    <a:lumMod val="10000"/>
                  </a:schemeClr>
                </a:solidFill>
                <a:latin typeface="Arial" panose="020B0604020202020204" pitchFamily="34" charset="0"/>
                <a:cs typeface="Arial" panose="020B0604020202020204" pitchFamily="34" charset="0"/>
              </a:rPr>
            </a:br>
            <a:r>
              <a:rPr lang="en-US" sz="2400" b="1" dirty="0">
                <a:solidFill>
                  <a:schemeClr val="bg2">
                    <a:lumMod val="10000"/>
                  </a:schemeClr>
                </a:solidFill>
                <a:latin typeface="Arial" panose="020B0604020202020204" pitchFamily="34" charset="0"/>
                <a:cs typeface="Arial" panose="020B0604020202020204" pitchFamily="34" charset="0"/>
              </a:rPr>
              <a:t>Fatality Rate </a:t>
            </a:r>
            <a:r>
              <a:rPr lang="en-US" sz="2400" dirty="0">
                <a:solidFill>
                  <a:schemeClr val="bg2">
                    <a:lumMod val="10000"/>
                  </a:schemeClr>
                </a:solidFill>
                <a:latin typeface="Arial" panose="020B0604020202020204" pitchFamily="34" charset="0"/>
                <a:cs typeface="Arial" panose="020B0604020202020204" pitchFamily="34" charset="0"/>
              </a:rPr>
              <a:t>– the number of deaths from road accidents per year per 10 thousand inhabitants;</a:t>
            </a:r>
            <a:br>
              <a:rPr lang="en-US" sz="2400" dirty="0">
                <a:solidFill>
                  <a:schemeClr val="bg2">
                    <a:lumMod val="10000"/>
                  </a:schemeClr>
                </a:solidFill>
                <a:latin typeface="Arial" panose="020B0604020202020204" pitchFamily="34" charset="0"/>
                <a:cs typeface="Arial" panose="020B0604020202020204" pitchFamily="34" charset="0"/>
              </a:rPr>
            </a:br>
            <a:r>
              <a:rPr lang="en-US" sz="2400" b="1" dirty="0">
                <a:solidFill>
                  <a:schemeClr val="bg2">
                    <a:lumMod val="10000"/>
                  </a:schemeClr>
                </a:solidFill>
                <a:latin typeface="Arial" panose="020B0604020202020204" pitchFamily="34" charset="0"/>
                <a:cs typeface="Arial" panose="020B0604020202020204" pitchFamily="34" charset="0"/>
              </a:rPr>
              <a:t>Beer Tax </a:t>
            </a:r>
            <a:r>
              <a:rPr lang="en-US" sz="2400" dirty="0">
                <a:solidFill>
                  <a:schemeClr val="bg2">
                    <a:lumMod val="10000"/>
                  </a:schemeClr>
                </a:solidFill>
                <a:latin typeface="Arial" panose="020B0604020202020204" pitchFamily="34" charset="0"/>
                <a:cs typeface="Arial" panose="020B0604020202020204" pitchFamily="34" charset="0"/>
              </a:rPr>
              <a:t>– tax on the sale of beer.</a:t>
            </a:r>
            <a:br>
              <a:rPr lang="en-US" sz="2400" dirty="0">
                <a:solidFill>
                  <a:schemeClr val="bg2">
                    <a:lumMod val="10000"/>
                  </a:schemeClr>
                </a:solidFill>
                <a:latin typeface="Arial" panose="020B0604020202020204" pitchFamily="34" charset="0"/>
                <a:cs typeface="Arial" panose="020B0604020202020204" pitchFamily="34" charset="0"/>
              </a:rPr>
            </a:br>
            <a:br>
              <a:rPr lang="en-US" sz="2400" dirty="0">
                <a:solidFill>
                  <a:schemeClr val="bg2">
                    <a:lumMod val="10000"/>
                  </a:schemeClr>
                </a:solidFill>
                <a:latin typeface="Arial" panose="020B0604020202020204" pitchFamily="34" charset="0"/>
                <a:cs typeface="Arial" panose="020B0604020202020204" pitchFamily="34" charset="0"/>
              </a:rPr>
            </a:br>
            <a:r>
              <a:rPr lang="en-US" sz="2400" u="sng" dirty="0">
                <a:solidFill>
                  <a:schemeClr val="bg2">
                    <a:lumMod val="10000"/>
                  </a:schemeClr>
                </a:solidFill>
                <a:latin typeface="Arial" panose="020B0604020202020204" pitchFamily="34" charset="0"/>
                <a:cs typeface="Arial" panose="020B0604020202020204" pitchFamily="34" charset="0"/>
              </a:rPr>
              <a:t>Hypothesis</a:t>
            </a:r>
            <a:r>
              <a:rPr lang="en-US" sz="2400" dirty="0">
                <a:solidFill>
                  <a:schemeClr val="bg2">
                    <a:lumMod val="10000"/>
                  </a:schemeClr>
                </a:solidFill>
                <a:latin typeface="Arial" panose="020B0604020202020204" pitchFamily="34" charset="0"/>
                <a:cs typeface="Arial" panose="020B0604020202020204" pitchFamily="34" charset="0"/>
              </a:rPr>
              <a:t>: the relationship between these variables is negative.</a:t>
            </a:r>
          </a:p>
          <a:p>
            <a:endParaRPr lang="en-US" sz="2400" dirty="0">
              <a:solidFill>
                <a:schemeClr val="bg2">
                  <a:lumMod val="10000"/>
                </a:schemeClr>
              </a:solidFill>
              <a:latin typeface="Arial" panose="020B0604020202020204" pitchFamily="34" charset="0"/>
              <a:cs typeface="Arial" panose="020B0604020202020204" pitchFamily="34" charset="0"/>
            </a:endParaRPr>
          </a:p>
        </p:txBody>
      </p:sp>
      <p:sp>
        <p:nvSpPr>
          <p:cNvPr id="6" name="Текст 5"/>
          <p:cNvSpPr>
            <a:spLocks noGrp="1"/>
          </p:cNvSpPr>
          <p:nvPr>
            <p:ph type="body" sz="quarter" idx="15"/>
          </p:nvPr>
        </p:nvSpPr>
        <p:spPr/>
        <p:txBody>
          <a:bodyPr vert="horz" lIns="0" tIns="0" rIns="0" bIns="0" rtlCol="0">
            <a:noAutofit/>
          </a:bodyPr>
          <a:lstStyle/>
          <a:p>
            <a:r>
              <a:rPr lang="fr-FR" sz="1200" dirty="0">
                <a:solidFill>
                  <a:schemeClr val="tx1"/>
                </a:solidFill>
                <a:latin typeface="Arial" panose="020B0604020202020204" pitchFamily="34" charset="0"/>
                <a:cs typeface="Arial" panose="020B0604020202020204" pitchFamily="34" charset="0"/>
              </a:rPr>
              <a:t>Panel Data Analysis</a:t>
            </a:r>
            <a:endParaRPr lang="ru-RU" sz="12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995253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p:cNvSpPr>
            <a:spLocks noGrp="1"/>
          </p:cNvSpPr>
          <p:nvPr>
            <p:ph type="body" sz="quarter" idx="13"/>
          </p:nvPr>
        </p:nvSpPr>
        <p:spPr>
          <a:xfrm>
            <a:off x="1143689" y="540904"/>
            <a:ext cx="2024054" cy="415925"/>
          </a:xfrm>
        </p:spPr>
        <p:txBody>
          <a:bodyPr/>
          <a:lstStyle/>
          <a:p>
            <a:r>
              <a:rPr lang="fr-FR" sz="1200" dirty="0">
                <a:latin typeface="Arial" panose="020B0604020202020204" pitchFamily="34" charset="0"/>
                <a:cs typeface="Arial" panose="020B0604020202020204" pitchFamily="34" charset="0"/>
              </a:rPr>
              <a:t>Data Analysis</a:t>
            </a:r>
            <a:endParaRPr lang="ru-RU" sz="1200" dirty="0">
              <a:latin typeface="Arial" panose="020B0604020202020204" pitchFamily="34" charset="0"/>
              <a:cs typeface="Arial" panose="020B0604020202020204" pitchFamily="34" charset="0"/>
            </a:endParaRPr>
          </a:p>
        </p:txBody>
      </p:sp>
      <p:sp>
        <p:nvSpPr>
          <p:cNvPr id="3" name="Текст 2"/>
          <p:cNvSpPr>
            <a:spLocks noGrp="1"/>
          </p:cNvSpPr>
          <p:nvPr>
            <p:ph type="body" sz="quarter" idx="14"/>
          </p:nvPr>
        </p:nvSpPr>
        <p:spPr/>
        <p:txBody>
          <a:bodyPr vert="horz" lIns="0" tIns="0" rIns="0" bIns="0" rtlCol="0">
            <a:noAutofit/>
          </a:bodyPr>
          <a:lstStyle/>
          <a:p>
            <a:r>
              <a:rPr lang="fr-FR" sz="1200" dirty="0">
                <a:solidFill>
                  <a:schemeClr val="tx1"/>
                </a:solidFill>
                <a:latin typeface="Arial" panose="020B0604020202020204" pitchFamily="34" charset="0"/>
                <a:cs typeface="Arial" panose="020B0604020202020204" pitchFamily="34" charset="0"/>
              </a:rPr>
              <a:t>Lecture 9</a:t>
            </a:r>
            <a:endParaRPr lang="ru-RU" sz="1200" dirty="0">
              <a:solidFill>
                <a:schemeClr val="tx1"/>
              </a:solidFill>
              <a:latin typeface="Arial" panose="020B0604020202020204" pitchFamily="34" charset="0"/>
              <a:cs typeface="Arial" panose="020B0604020202020204" pitchFamily="34" charset="0"/>
            </a:endParaRPr>
          </a:p>
        </p:txBody>
      </p:sp>
      <p:sp>
        <p:nvSpPr>
          <p:cNvPr id="4" name="Заголовок 3"/>
          <p:cNvSpPr>
            <a:spLocks noGrp="1"/>
          </p:cNvSpPr>
          <p:nvPr>
            <p:ph type="title"/>
          </p:nvPr>
        </p:nvSpPr>
        <p:spPr>
          <a:xfrm>
            <a:off x="585897" y="1317158"/>
            <a:ext cx="11057955" cy="777025"/>
          </a:xfrm>
        </p:spPr>
        <p:txBody>
          <a:bodyPr>
            <a:noAutofit/>
          </a:bodyPr>
          <a:lstStyle/>
          <a:p>
            <a:r>
              <a:rPr lang="en-US" sz="3700" b="1" dirty="0">
                <a:latin typeface="Arial" panose="020B0604020202020204" pitchFamily="34" charset="0"/>
                <a:cs typeface="Arial" panose="020B0604020202020204" pitchFamily="34" charset="0"/>
              </a:rPr>
              <a:t>Example</a:t>
            </a:r>
            <a:endParaRPr lang="ru-RU" sz="3700" b="1" dirty="0">
              <a:latin typeface="Arial" panose="020B0604020202020204" pitchFamily="34" charset="0"/>
              <a:cs typeface="Arial" panose="020B0604020202020204" pitchFamily="34" charset="0"/>
            </a:endParaRPr>
          </a:p>
        </p:txBody>
      </p:sp>
      <p:sp>
        <p:nvSpPr>
          <p:cNvPr id="5" name="Текст 4"/>
          <p:cNvSpPr>
            <a:spLocks noGrp="1"/>
          </p:cNvSpPr>
          <p:nvPr>
            <p:ph type="body" sz="quarter" idx="12"/>
          </p:nvPr>
        </p:nvSpPr>
        <p:spPr>
          <a:xfrm>
            <a:off x="800607" y="5554025"/>
            <a:ext cx="10792842" cy="976023"/>
          </a:xfrm>
        </p:spPr>
        <p:txBody>
          <a:bodyPr numCol="1"/>
          <a:lstStyle/>
          <a:p>
            <a:pPr algn="just"/>
            <a:r>
              <a:rPr lang="en-US" sz="2200" dirty="0">
                <a:solidFill>
                  <a:schemeClr val="bg2">
                    <a:lumMod val="10000"/>
                  </a:schemeClr>
                </a:solidFill>
                <a:latin typeface="Arial" panose="020B0604020202020204" pitchFamily="34" charset="0"/>
                <a:cs typeface="Arial" panose="020B0604020202020204" pitchFamily="34" charset="0"/>
              </a:rPr>
              <a:t>	We can see a positive relationship on the graph. Such unexpected result may be due to the fact that we incorrectly evaluate the data or do not take into account something important.</a:t>
            </a:r>
            <a:endParaRPr lang="ru-RU" sz="2200" dirty="0">
              <a:solidFill>
                <a:schemeClr val="bg2">
                  <a:lumMod val="10000"/>
                </a:schemeClr>
              </a:solidFill>
              <a:latin typeface="Arial" panose="020B0604020202020204" pitchFamily="34" charset="0"/>
              <a:cs typeface="Arial" panose="020B0604020202020204" pitchFamily="34" charset="0"/>
            </a:endParaRPr>
          </a:p>
          <a:p>
            <a:endParaRPr lang="en-US" sz="2200" dirty="0">
              <a:solidFill>
                <a:schemeClr val="bg2">
                  <a:lumMod val="10000"/>
                </a:schemeClr>
              </a:solidFill>
              <a:latin typeface="Arial" panose="020B0604020202020204" pitchFamily="34" charset="0"/>
              <a:cs typeface="Arial" panose="020B0604020202020204" pitchFamily="34" charset="0"/>
            </a:endParaRPr>
          </a:p>
        </p:txBody>
      </p:sp>
      <p:sp>
        <p:nvSpPr>
          <p:cNvPr id="6" name="Текст 5"/>
          <p:cNvSpPr>
            <a:spLocks noGrp="1"/>
          </p:cNvSpPr>
          <p:nvPr>
            <p:ph type="body" sz="quarter" idx="15"/>
          </p:nvPr>
        </p:nvSpPr>
        <p:spPr/>
        <p:txBody>
          <a:bodyPr vert="horz" lIns="0" tIns="0" rIns="0" bIns="0" rtlCol="0">
            <a:noAutofit/>
          </a:bodyPr>
          <a:lstStyle/>
          <a:p>
            <a:r>
              <a:rPr lang="fr-FR" sz="1200" dirty="0">
                <a:solidFill>
                  <a:schemeClr val="tx1"/>
                </a:solidFill>
                <a:latin typeface="Arial" panose="020B0604020202020204" pitchFamily="34" charset="0"/>
                <a:cs typeface="Arial" panose="020B0604020202020204" pitchFamily="34" charset="0"/>
              </a:rPr>
              <a:t>Panel Data Analysis</a:t>
            </a:r>
            <a:endParaRPr lang="ru-RU" sz="1200" dirty="0">
              <a:solidFill>
                <a:schemeClr val="tx1"/>
              </a:solidFill>
              <a:latin typeface="Arial" panose="020B0604020202020204" pitchFamily="34" charset="0"/>
              <a:cs typeface="Arial" panose="020B0604020202020204" pitchFamily="34" charset="0"/>
            </a:endParaRPr>
          </a:p>
        </p:txBody>
      </p:sp>
      <p:pic>
        <p:nvPicPr>
          <p:cNvPr id="7" name="Рисунок 6" descr="Вырезка экрана"/>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08907" y="956829"/>
            <a:ext cx="6120680" cy="4539504"/>
          </a:xfrm>
          <a:prstGeom prst="rect">
            <a:avLst/>
          </a:prstGeom>
        </p:spPr>
      </p:pic>
      <p:sp>
        <p:nvSpPr>
          <p:cNvPr id="8" name="Прямоугольник 7"/>
          <p:cNvSpPr/>
          <p:nvPr/>
        </p:nvSpPr>
        <p:spPr>
          <a:xfrm>
            <a:off x="5953122" y="1022206"/>
            <a:ext cx="4176465" cy="115212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3600" b="1" dirty="0">
                <a:solidFill>
                  <a:schemeClr val="bg2">
                    <a:lumMod val="10000"/>
                  </a:schemeClr>
                </a:solidFill>
              </a:rPr>
              <a:t>Year 1982</a:t>
            </a:r>
            <a:endParaRPr lang="ru-RU" sz="3600" b="1" dirty="0">
              <a:solidFill>
                <a:schemeClr val="bg2">
                  <a:lumMod val="10000"/>
                </a:schemeClr>
              </a:solidFill>
            </a:endParaRPr>
          </a:p>
        </p:txBody>
      </p:sp>
    </p:spTree>
    <p:extLst>
      <p:ext uri="{BB962C8B-B14F-4D97-AF65-F5344CB8AC3E}">
        <p14:creationId xmlns:p14="http://schemas.microsoft.com/office/powerpoint/2010/main" val="29719597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p:cNvSpPr>
            <a:spLocks noGrp="1"/>
          </p:cNvSpPr>
          <p:nvPr>
            <p:ph type="body" sz="quarter" idx="13"/>
          </p:nvPr>
        </p:nvSpPr>
        <p:spPr>
          <a:xfrm>
            <a:off x="1143689" y="540904"/>
            <a:ext cx="2024054" cy="415925"/>
          </a:xfrm>
        </p:spPr>
        <p:txBody>
          <a:bodyPr/>
          <a:lstStyle/>
          <a:p>
            <a:r>
              <a:rPr lang="fr-FR" sz="1200" dirty="0">
                <a:latin typeface="Arial" panose="020B0604020202020204" pitchFamily="34" charset="0"/>
                <a:cs typeface="Arial" panose="020B0604020202020204" pitchFamily="34" charset="0"/>
              </a:rPr>
              <a:t>Data Analysis</a:t>
            </a:r>
            <a:endParaRPr lang="ru-RU" sz="1200" dirty="0">
              <a:latin typeface="Arial" panose="020B0604020202020204" pitchFamily="34" charset="0"/>
              <a:cs typeface="Arial" panose="020B0604020202020204" pitchFamily="34" charset="0"/>
            </a:endParaRPr>
          </a:p>
        </p:txBody>
      </p:sp>
      <p:sp>
        <p:nvSpPr>
          <p:cNvPr id="3" name="Текст 2"/>
          <p:cNvSpPr>
            <a:spLocks noGrp="1"/>
          </p:cNvSpPr>
          <p:nvPr>
            <p:ph type="body" sz="quarter" idx="14"/>
          </p:nvPr>
        </p:nvSpPr>
        <p:spPr/>
        <p:txBody>
          <a:bodyPr vert="horz" lIns="0" tIns="0" rIns="0" bIns="0" rtlCol="0">
            <a:noAutofit/>
          </a:bodyPr>
          <a:lstStyle/>
          <a:p>
            <a:r>
              <a:rPr lang="fr-FR" sz="1200" dirty="0">
                <a:solidFill>
                  <a:schemeClr val="tx1"/>
                </a:solidFill>
                <a:latin typeface="Arial" panose="020B0604020202020204" pitchFamily="34" charset="0"/>
                <a:cs typeface="Arial" panose="020B0604020202020204" pitchFamily="34" charset="0"/>
              </a:rPr>
              <a:t>Lecture 9</a:t>
            </a:r>
            <a:endParaRPr lang="ru-RU" sz="1200" dirty="0">
              <a:solidFill>
                <a:schemeClr val="tx1"/>
              </a:solidFill>
              <a:latin typeface="Arial" panose="020B0604020202020204" pitchFamily="34" charset="0"/>
              <a:cs typeface="Arial" panose="020B0604020202020204" pitchFamily="34" charset="0"/>
            </a:endParaRPr>
          </a:p>
        </p:txBody>
      </p:sp>
      <p:sp>
        <p:nvSpPr>
          <p:cNvPr id="4" name="Заголовок 3"/>
          <p:cNvSpPr>
            <a:spLocks noGrp="1"/>
          </p:cNvSpPr>
          <p:nvPr>
            <p:ph type="title"/>
          </p:nvPr>
        </p:nvSpPr>
        <p:spPr>
          <a:xfrm>
            <a:off x="585897" y="1317158"/>
            <a:ext cx="11057955" cy="777025"/>
          </a:xfrm>
        </p:spPr>
        <p:txBody>
          <a:bodyPr>
            <a:noAutofit/>
          </a:bodyPr>
          <a:lstStyle/>
          <a:p>
            <a:r>
              <a:rPr lang="en-US" sz="3700" b="1" dirty="0">
                <a:latin typeface="Arial" panose="020B0604020202020204" pitchFamily="34" charset="0"/>
                <a:cs typeface="Arial" panose="020B0604020202020204" pitchFamily="34" charset="0"/>
              </a:rPr>
              <a:t>Example</a:t>
            </a:r>
            <a:endParaRPr lang="ru-RU" sz="3700" b="1" dirty="0">
              <a:latin typeface="Arial" panose="020B0604020202020204" pitchFamily="34" charset="0"/>
              <a:cs typeface="Arial" panose="020B0604020202020204" pitchFamily="34" charset="0"/>
            </a:endParaRPr>
          </a:p>
        </p:txBody>
      </p:sp>
      <p:sp>
        <p:nvSpPr>
          <p:cNvPr id="5" name="Текст 4"/>
          <p:cNvSpPr>
            <a:spLocks noGrp="1"/>
          </p:cNvSpPr>
          <p:nvPr>
            <p:ph type="body" sz="quarter" idx="12"/>
          </p:nvPr>
        </p:nvSpPr>
        <p:spPr>
          <a:xfrm>
            <a:off x="457200" y="5742257"/>
            <a:ext cx="11186651" cy="976023"/>
          </a:xfrm>
        </p:spPr>
        <p:txBody>
          <a:bodyPr numCol="1"/>
          <a:lstStyle/>
          <a:p>
            <a:pPr algn="just"/>
            <a:r>
              <a:rPr lang="en-US" sz="2200" dirty="0">
                <a:solidFill>
                  <a:schemeClr val="bg2">
                    <a:lumMod val="10000"/>
                  </a:schemeClr>
                </a:solidFill>
                <a:latin typeface="Arial" panose="020B0604020202020204" pitchFamily="34" charset="0"/>
                <a:cs typeface="Arial" panose="020B0604020202020204" pitchFamily="34" charset="0"/>
              </a:rPr>
              <a:t>	P</a:t>
            </a:r>
            <a:r>
              <a:rPr lang="en-US" sz="2400" dirty="0">
                <a:solidFill>
                  <a:schemeClr val="bg2">
                    <a:lumMod val="10000"/>
                  </a:schemeClr>
                </a:solidFill>
                <a:latin typeface="Arial" panose="020B0604020202020204" pitchFamily="34" charset="0"/>
                <a:cs typeface="Arial" panose="020B0604020202020204" pitchFamily="34" charset="0"/>
              </a:rPr>
              <a:t>ossible explanation for this and the previous graphs: fatality rate not only depends on the beer tax, but also on some individual characteristics of each state.</a:t>
            </a:r>
          </a:p>
          <a:p>
            <a:endParaRPr lang="en-US" sz="2200" dirty="0">
              <a:solidFill>
                <a:schemeClr val="bg2">
                  <a:lumMod val="10000"/>
                </a:schemeClr>
              </a:solidFill>
              <a:latin typeface="Arial" panose="020B0604020202020204" pitchFamily="34" charset="0"/>
              <a:cs typeface="Arial" panose="020B0604020202020204" pitchFamily="34" charset="0"/>
            </a:endParaRPr>
          </a:p>
        </p:txBody>
      </p:sp>
      <p:sp>
        <p:nvSpPr>
          <p:cNvPr id="6" name="Текст 5"/>
          <p:cNvSpPr>
            <a:spLocks noGrp="1"/>
          </p:cNvSpPr>
          <p:nvPr>
            <p:ph type="body" sz="quarter" idx="15"/>
          </p:nvPr>
        </p:nvSpPr>
        <p:spPr/>
        <p:txBody>
          <a:bodyPr vert="horz" lIns="0" tIns="0" rIns="0" bIns="0" rtlCol="0">
            <a:noAutofit/>
          </a:bodyPr>
          <a:lstStyle/>
          <a:p>
            <a:r>
              <a:rPr lang="fr-FR" sz="1200" dirty="0">
                <a:solidFill>
                  <a:schemeClr val="tx1"/>
                </a:solidFill>
                <a:latin typeface="Arial" panose="020B0604020202020204" pitchFamily="34" charset="0"/>
                <a:cs typeface="Arial" panose="020B0604020202020204" pitchFamily="34" charset="0"/>
              </a:rPr>
              <a:t>Panel Data Analysis</a:t>
            </a:r>
            <a:endParaRPr lang="ru-RU" sz="1200" dirty="0">
              <a:solidFill>
                <a:schemeClr val="tx1"/>
              </a:solidFill>
              <a:latin typeface="Arial" panose="020B0604020202020204" pitchFamily="34" charset="0"/>
              <a:cs typeface="Arial" panose="020B0604020202020204" pitchFamily="34" charset="0"/>
            </a:endParaRPr>
          </a:p>
        </p:txBody>
      </p:sp>
      <p:pic>
        <p:nvPicPr>
          <p:cNvPr id="9" name="Рисунок 8" descr="Вырезка экрана"/>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80444" y="1266145"/>
            <a:ext cx="5863833" cy="4254632"/>
          </a:xfrm>
          <a:prstGeom prst="rect">
            <a:avLst/>
          </a:prstGeom>
        </p:spPr>
      </p:pic>
      <p:sp>
        <p:nvSpPr>
          <p:cNvPr id="10" name="Прямоугольник 9"/>
          <p:cNvSpPr/>
          <p:nvPr/>
        </p:nvSpPr>
        <p:spPr>
          <a:xfrm>
            <a:off x="6752652" y="1338153"/>
            <a:ext cx="4176465" cy="115212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3600" b="1" dirty="0">
                <a:solidFill>
                  <a:schemeClr val="bg2">
                    <a:lumMod val="10000"/>
                  </a:schemeClr>
                </a:solidFill>
              </a:rPr>
              <a:t>Year 1988</a:t>
            </a:r>
            <a:endParaRPr lang="ru-RU" sz="3600" b="1" dirty="0">
              <a:solidFill>
                <a:schemeClr val="bg2">
                  <a:lumMod val="10000"/>
                </a:schemeClr>
              </a:solidFill>
            </a:endParaRPr>
          </a:p>
        </p:txBody>
      </p:sp>
    </p:spTree>
    <p:extLst>
      <p:ext uri="{BB962C8B-B14F-4D97-AF65-F5344CB8AC3E}">
        <p14:creationId xmlns:p14="http://schemas.microsoft.com/office/powerpoint/2010/main" val="35377981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p:cNvSpPr>
            <a:spLocks noGrp="1"/>
          </p:cNvSpPr>
          <p:nvPr>
            <p:ph type="body" sz="quarter" idx="13"/>
          </p:nvPr>
        </p:nvSpPr>
        <p:spPr>
          <a:xfrm>
            <a:off x="1143689" y="540904"/>
            <a:ext cx="2024054" cy="415925"/>
          </a:xfrm>
        </p:spPr>
        <p:txBody>
          <a:bodyPr/>
          <a:lstStyle/>
          <a:p>
            <a:r>
              <a:rPr lang="fr-FR" sz="1200" dirty="0">
                <a:latin typeface="Arial" panose="020B0604020202020204" pitchFamily="34" charset="0"/>
                <a:cs typeface="Arial" panose="020B0604020202020204" pitchFamily="34" charset="0"/>
              </a:rPr>
              <a:t>Data Analysis</a:t>
            </a:r>
            <a:endParaRPr lang="ru-RU" sz="1200" dirty="0">
              <a:latin typeface="Arial" panose="020B0604020202020204" pitchFamily="34" charset="0"/>
              <a:cs typeface="Arial" panose="020B0604020202020204" pitchFamily="34" charset="0"/>
            </a:endParaRPr>
          </a:p>
        </p:txBody>
      </p:sp>
      <p:sp>
        <p:nvSpPr>
          <p:cNvPr id="3" name="Текст 2"/>
          <p:cNvSpPr>
            <a:spLocks noGrp="1"/>
          </p:cNvSpPr>
          <p:nvPr>
            <p:ph type="body" sz="quarter" idx="14"/>
          </p:nvPr>
        </p:nvSpPr>
        <p:spPr/>
        <p:txBody>
          <a:bodyPr vert="horz" lIns="0" tIns="0" rIns="0" bIns="0" rtlCol="0">
            <a:noAutofit/>
          </a:bodyPr>
          <a:lstStyle/>
          <a:p>
            <a:r>
              <a:rPr lang="fr-FR" sz="1200" dirty="0">
                <a:solidFill>
                  <a:schemeClr val="tx1"/>
                </a:solidFill>
                <a:latin typeface="Arial" panose="020B0604020202020204" pitchFamily="34" charset="0"/>
                <a:cs typeface="Arial" panose="020B0604020202020204" pitchFamily="34" charset="0"/>
              </a:rPr>
              <a:t>Lecture 9</a:t>
            </a:r>
            <a:endParaRPr lang="ru-RU" sz="1200" dirty="0">
              <a:solidFill>
                <a:schemeClr val="tx1"/>
              </a:solidFill>
              <a:latin typeface="Arial" panose="020B0604020202020204" pitchFamily="34" charset="0"/>
              <a:cs typeface="Arial" panose="020B0604020202020204" pitchFamily="34" charset="0"/>
            </a:endParaRPr>
          </a:p>
        </p:txBody>
      </p:sp>
      <p:sp>
        <p:nvSpPr>
          <p:cNvPr id="4" name="Заголовок 3"/>
          <p:cNvSpPr>
            <a:spLocks noGrp="1"/>
          </p:cNvSpPr>
          <p:nvPr>
            <p:ph type="title"/>
          </p:nvPr>
        </p:nvSpPr>
        <p:spPr>
          <a:xfrm>
            <a:off x="585897" y="1317158"/>
            <a:ext cx="11057955" cy="777025"/>
          </a:xfrm>
        </p:spPr>
        <p:txBody>
          <a:bodyPr>
            <a:noAutofit/>
          </a:bodyPr>
          <a:lstStyle/>
          <a:p>
            <a:r>
              <a:rPr lang="en-US" sz="3700" b="1" dirty="0">
                <a:latin typeface="Arial" panose="020B0604020202020204" pitchFamily="34" charset="0"/>
                <a:cs typeface="Arial" panose="020B0604020202020204" pitchFamily="34" charset="0"/>
              </a:rPr>
              <a:t>Example</a:t>
            </a:r>
            <a:r>
              <a:rPr lang="ru-BY" sz="3700" b="1" dirty="0">
                <a:latin typeface="Arial" panose="020B0604020202020204" pitchFamily="34" charset="0"/>
                <a:cs typeface="Arial" panose="020B0604020202020204" pitchFamily="34" charset="0"/>
              </a:rPr>
              <a:t> </a:t>
            </a:r>
            <a:endParaRPr lang="ru-RU" sz="3700" b="1" dirty="0">
              <a:latin typeface="Arial" panose="020B0604020202020204" pitchFamily="34" charset="0"/>
              <a:cs typeface="Arial" panose="020B0604020202020204" pitchFamily="34" charset="0"/>
            </a:endParaRPr>
          </a:p>
        </p:txBody>
      </p:sp>
      <p:sp>
        <p:nvSpPr>
          <p:cNvPr id="5" name="Текст 4"/>
          <p:cNvSpPr>
            <a:spLocks noGrp="1"/>
          </p:cNvSpPr>
          <p:nvPr>
            <p:ph type="body" sz="quarter" idx="12"/>
          </p:nvPr>
        </p:nvSpPr>
        <p:spPr>
          <a:xfrm>
            <a:off x="585897" y="3987199"/>
            <a:ext cx="10888348" cy="976023"/>
          </a:xfrm>
        </p:spPr>
        <p:txBody>
          <a:bodyPr numCol="1"/>
          <a:lstStyle/>
          <a:p>
            <a:pPr algn="just"/>
            <a:r>
              <a:rPr lang="en-US" sz="2400" dirty="0">
                <a:solidFill>
                  <a:schemeClr val="bg2">
                    <a:lumMod val="10000"/>
                  </a:schemeClr>
                </a:solidFill>
                <a:latin typeface="Arial" panose="020B0604020202020204" pitchFamily="34" charset="0"/>
                <a:cs typeface="Arial" panose="020B0604020202020204" pitchFamily="34" charset="0"/>
              </a:rPr>
              <a:t>	 To take into account the individual characteristics of each state we add </a:t>
            </a:r>
            <a:r>
              <a:rPr lang="en-US" sz="2400" b="1" dirty="0">
                <a:solidFill>
                  <a:schemeClr val="bg2">
                    <a:lumMod val="10000"/>
                  </a:schemeClr>
                </a:solidFill>
                <a:latin typeface="Arial" panose="020B0604020202020204" pitchFamily="34" charset="0"/>
                <a:cs typeface="Arial" panose="020B0604020202020204" pitchFamily="34" charset="0"/>
              </a:rPr>
              <a:t>𝑍𝑖</a:t>
            </a:r>
            <a:r>
              <a:rPr lang="en-US" sz="2400" dirty="0">
                <a:solidFill>
                  <a:schemeClr val="bg2">
                    <a:lumMod val="10000"/>
                  </a:schemeClr>
                </a:solidFill>
                <a:latin typeface="Arial" panose="020B0604020202020204" pitchFamily="34" charset="0"/>
                <a:cs typeface="Arial" panose="020B0604020202020204" pitchFamily="34" charset="0"/>
              </a:rPr>
              <a:t> into the equation. The difficulty with the variable</a:t>
            </a:r>
            <a:r>
              <a:rPr lang="en-US" sz="2400" b="1" dirty="0">
                <a:solidFill>
                  <a:schemeClr val="bg2">
                    <a:lumMod val="10000"/>
                  </a:schemeClr>
                </a:solidFill>
                <a:latin typeface="Arial" panose="020B0604020202020204" pitchFamily="34" charset="0"/>
                <a:cs typeface="Arial" panose="020B0604020202020204" pitchFamily="34" charset="0"/>
              </a:rPr>
              <a:t> 𝑍𝑖 </a:t>
            </a:r>
            <a:r>
              <a:rPr lang="en-US" sz="2400" dirty="0">
                <a:solidFill>
                  <a:schemeClr val="bg2">
                    <a:lumMod val="10000"/>
                  </a:schemeClr>
                </a:solidFill>
                <a:latin typeface="Arial" panose="020B0604020202020204" pitchFamily="34" charset="0"/>
                <a:cs typeface="Arial" panose="020B0604020202020204" pitchFamily="34" charset="0"/>
              </a:rPr>
              <a:t>is that it is not observable. It is very difficult to measure the cultural characteristics of the states and directly take them into account in the model. </a:t>
            </a:r>
          </a:p>
        </p:txBody>
      </p:sp>
      <p:sp>
        <p:nvSpPr>
          <p:cNvPr id="6" name="Текст 5"/>
          <p:cNvSpPr>
            <a:spLocks noGrp="1"/>
          </p:cNvSpPr>
          <p:nvPr>
            <p:ph type="body" sz="quarter" idx="15"/>
          </p:nvPr>
        </p:nvSpPr>
        <p:spPr/>
        <p:txBody>
          <a:bodyPr vert="horz" lIns="0" tIns="0" rIns="0" bIns="0" rtlCol="0">
            <a:noAutofit/>
          </a:bodyPr>
          <a:lstStyle/>
          <a:p>
            <a:r>
              <a:rPr lang="fr-FR" sz="1200" dirty="0">
                <a:solidFill>
                  <a:schemeClr val="tx1"/>
                </a:solidFill>
                <a:latin typeface="Arial" panose="020B0604020202020204" pitchFamily="34" charset="0"/>
                <a:cs typeface="Arial" panose="020B0604020202020204" pitchFamily="34" charset="0"/>
              </a:rPr>
              <a:t>Panel Data Analysis</a:t>
            </a:r>
            <a:endParaRPr lang="ru-RU" sz="1200" dirty="0">
              <a:solidFill>
                <a:schemeClr val="tx1"/>
              </a:solidFill>
              <a:latin typeface="Arial" panose="020B0604020202020204" pitchFamily="34" charset="0"/>
              <a:cs typeface="Arial" panose="020B0604020202020204" pitchFamily="34" charset="0"/>
            </a:endParaRPr>
          </a:p>
        </p:txBody>
      </p:sp>
      <p:pic>
        <p:nvPicPr>
          <p:cNvPr id="11" name="Рисунок 10" descr="Вырезка экрана"/>
          <p:cNvPicPr>
            <a:picLocks noChangeAspect="1"/>
          </p:cNvPicPr>
          <p:nvPr/>
        </p:nvPicPr>
        <p:blipFill rotWithShape="1">
          <a:blip r:embed="rId2">
            <a:extLst>
              <a:ext uri="{BEBA8EAE-BF5A-486C-A8C5-ECC9F3942E4B}">
                <a14:imgProps xmlns:a14="http://schemas.microsoft.com/office/drawing/2010/main">
                  <a14:imgLayer r:embed="rId3">
                    <a14:imgEffect>
                      <a14:brightnessContrast bright="20000"/>
                    </a14:imgEffect>
                  </a14:imgLayer>
                </a14:imgProps>
              </a:ext>
              <a:ext uri="{28A0092B-C50C-407E-A947-70E740481C1C}">
                <a14:useLocalDpi xmlns:a14="http://schemas.microsoft.com/office/drawing/2010/main" val="0"/>
              </a:ext>
            </a:extLst>
          </a:blip>
          <a:srcRect t="26604" b="57797"/>
          <a:stretch/>
        </p:blipFill>
        <p:spPr>
          <a:xfrm>
            <a:off x="2155716" y="2360583"/>
            <a:ext cx="7632848" cy="840566"/>
          </a:xfrm>
          <a:prstGeom prst="rect">
            <a:avLst/>
          </a:prstGeom>
        </p:spPr>
      </p:pic>
      <p:sp>
        <p:nvSpPr>
          <p:cNvPr id="7" name="Овал 6"/>
          <p:cNvSpPr/>
          <p:nvPr/>
        </p:nvSpPr>
        <p:spPr>
          <a:xfrm>
            <a:off x="8185355" y="2713704"/>
            <a:ext cx="442452" cy="575187"/>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921802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Прямоугольник 9"/>
          <p:cNvSpPr/>
          <p:nvPr/>
        </p:nvSpPr>
        <p:spPr>
          <a:xfrm>
            <a:off x="3459163" y="1757764"/>
            <a:ext cx="7272808" cy="2677656"/>
          </a:xfrm>
          <a:prstGeom prst="rect">
            <a:avLst/>
          </a:prstGeom>
        </p:spPr>
        <p:txBody>
          <a:bodyPr wrap="square">
            <a:spAutoFit/>
          </a:bodyPr>
          <a:lstStyle/>
          <a:p>
            <a:pPr algn="just"/>
            <a:r>
              <a:rPr lang="en-US" sz="2400" dirty="0">
                <a:solidFill>
                  <a:schemeClr val="bg2">
                    <a:lumMod val="10000"/>
                  </a:schemeClr>
                </a:solidFill>
                <a:latin typeface="Arial" panose="020B0604020202020204" pitchFamily="34" charset="0"/>
                <a:cs typeface="Arial" panose="020B0604020202020204" pitchFamily="34" charset="0"/>
              </a:rPr>
              <a:t>Let’s take two equations for 1982 and 1988.</a:t>
            </a:r>
          </a:p>
          <a:p>
            <a:pPr algn="just"/>
            <a:endParaRPr lang="en-US" sz="2400" dirty="0">
              <a:solidFill>
                <a:schemeClr val="bg2">
                  <a:lumMod val="10000"/>
                </a:schemeClr>
              </a:solidFill>
              <a:latin typeface="Arial" panose="020B0604020202020204" pitchFamily="34" charset="0"/>
              <a:cs typeface="Arial" panose="020B0604020202020204" pitchFamily="34" charset="0"/>
            </a:endParaRPr>
          </a:p>
          <a:p>
            <a:pPr algn="just"/>
            <a:r>
              <a:rPr lang="en-US" sz="2400" dirty="0">
                <a:solidFill>
                  <a:schemeClr val="bg2">
                    <a:lumMod val="10000"/>
                  </a:schemeClr>
                </a:solidFill>
                <a:latin typeface="Arial" panose="020B0604020202020204" pitchFamily="34" charset="0"/>
                <a:cs typeface="Arial" panose="020B0604020202020204" pitchFamily="34" charset="0"/>
              </a:rPr>
              <a:t>For 1982 (t=1): </a:t>
            </a:r>
          </a:p>
          <a:p>
            <a:pPr algn="just"/>
            <a:endParaRPr lang="en-US" sz="2400" dirty="0">
              <a:solidFill>
                <a:schemeClr val="bg2">
                  <a:lumMod val="10000"/>
                </a:schemeClr>
              </a:solidFill>
              <a:latin typeface="Arial" panose="020B0604020202020204" pitchFamily="34" charset="0"/>
              <a:cs typeface="Arial" panose="020B0604020202020204" pitchFamily="34" charset="0"/>
            </a:endParaRPr>
          </a:p>
          <a:p>
            <a:pPr algn="just"/>
            <a:endParaRPr lang="en-US" sz="2400" dirty="0">
              <a:solidFill>
                <a:schemeClr val="bg2">
                  <a:lumMod val="10000"/>
                </a:schemeClr>
              </a:solidFill>
              <a:latin typeface="Arial" panose="020B0604020202020204" pitchFamily="34" charset="0"/>
              <a:cs typeface="Arial" panose="020B0604020202020204" pitchFamily="34" charset="0"/>
            </a:endParaRPr>
          </a:p>
          <a:p>
            <a:pPr algn="just"/>
            <a:endParaRPr lang="en-US" sz="2400" dirty="0">
              <a:solidFill>
                <a:schemeClr val="bg2">
                  <a:lumMod val="10000"/>
                </a:schemeClr>
              </a:solidFill>
              <a:latin typeface="Arial" panose="020B0604020202020204" pitchFamily="34" charset="0"/>
              <a:cs typeface="Arial" panose="020B0604020202020204" pitchFamily="34" charset="0"/>
            </a:endParaRPr>
          </a:p>
          <a:p>
            <a:pPr algn="just"/>
            <a:r>
              <a:rPr lang="en-US" sz="2400" dirty="0">
                <a:solidFill>
                  <a:schemeClr val="bg2">
                    <a:lumMod val="10000"/>
                  </a:schemeClr>
                </a:solidFill>
                <a:latin typeface="Arial" panose="020B0604020202020204" pitchFamily="34" charset="0"/>
                <a:cs typeface="Arial" panose="020B0604020202020204" pitchFamily="34" charset="0"/>
              </a:rPr>
              <a:t>For 1988 (t=2):</a:t>
            </a:r>
            <a:endParaRPr lang="ru-RU" sz="2400" dirty="0">
              <a:solidFill>
                <a:schemeClr val="bg2">
                  <a:lumMod val="10000"/>
                </a:schemeClr>
              </a:solidFill>
              <a:latin typeface="Arial" panose="020B0604020202020204" pitchFamily="34" charset="0"/>
              <a:cs typeface="Arial" panose="020B0604020202020204" pitchFamily="34" charset="0"/>
            </a:endParaRPr>
          </a:p>
        </p:txBody>
      </p:sp>
      <p:sp>
        <p:nvSpPr>
          <p:cNvPr id="2" name="Текст 1"/>
          <p:cNvSpPr>
            <a:spLocks noGrp="1"/>
          </p:cNvSpPr>
          <p:nvPr>
            <p:ph type="body" sz="quarter" idx="13"/>
          </p:nvPr>
        </p:nvSpPr>
        <p:spPr>
          <a:xfrm>
            <a:off x="1143689" y="540904"/>
            <a:ext cx="2024054" cy="415925"/>
          </a:xfrm>
        </p:spPr>
        <p:txBody>
          <a:bodyPr/>
          <a:lstStyle/>
          <a:p>
            <a:r>
              <a:rPr lang="fr-FR" sz="1200" dirty="0">
                <a:latin typeface="Arial" panose="020B0604020202020204" pitchFamily="34" charset="0"/>
                <a:cs typeface="Arial" panose="020B0604020202020204" pitchFamily="34" charset="0"/>
              </a:rPr>
              <a:t>Data Analysis</a:t>
            </a:r>
            <a:endParaRPr lang="ru-RU" sz="1200" dirty="0">
              <a:latin typeface="Arial" panose="020B0604020202020204" pitchFamily="34" charset="0"/>
              <a:cs typeface="Arial" panose="020B0604020202020204" pitchFamily="34" charset="0"/>
            </a:endParaRPr>
          </a:p>
        </p:txBody>
      </p:sp>
      <p:sp>
        <p:nvSpPr>
          <p:cNvPr id="3" name="Текст 2"/>
          <p:cNvSpPr>
            <a:spLocks noGrp="1"/>
          </p:cNvSpPr>
          <p:nvPr>
            <p:ph type="body" sz="quarter" idx="14"/>
          </p:nvPr>
        </p:nvSpPr>
        <p:spPr/>
        <p:txBody>
          <a:bodyPr vert="horz" lIns="0" tIns="0" rIns="0" bIns="0" rtlCol="0">
            <a:noAutofit/>
          </a:bodyPr>
          <a:lstStyle/>
          <a:p>
            <a:r>
              <a:rPr lang="fr-FR" sz="1200" dirty="0">
                <a:solidFill>
                  <a:schemeClr val="tx1"/>
                </a:solidFill>
                <a:latin typeface="Arial" panose="020B0604020202020204" pitchFamily="34" charset="0"/>
                <a:cs typeface="Arial" panose="020B0604020202020204" pitchFamily="34" charset="0"/>
              </a:rPr>
              <a:t>Lecture 9</a:t>
            </a:r>
            <a:endParaRPr lang="ru-RU" sz="1200" dirty="0">
              <a:solidFill>
                <a:schemeClr val="tx1"/>
              </a:solidFill>
              <a:latin typeface="Arial" panose="020B0604020202020204" pitchFamily="34" charset="0"/>
              <a:cs typeface="Arial" panose="020B0604020202020204" pitchFamily="34" charset="0"/>
            </a:endParaRPr>
          </a:p>
        </p:txBody>
      </p:sp>
      <p:sp>
        <p:nvSpPr>
          <p:cNvPr id="4" name="Заголовок 3"/>
          <p:cNvSpPr>
            <a:spLocks noGrp="1"/>
          </p:cNvSpPr>
          <p:nvPr>
            <p:ph type="title"/>
          </p:nvPr>
        </p:nvSpPr>
        <p:spPr>
          <a:xfrm>
            <a:off x="585897" y="1317158"/>
            <a:ext cx="11057955" cy="777025"/>
          </a:xfrm>
        </p:spPr>
        <p:txBody>
          <a:bodyPr>
            <a:noAutofit/>
          </a:bodyPr>
          <a:lstStyle/>
          <a:p>
            <a:r>
              <a:rPr lang="en-US" sz="3700" b="1" dirty="0">
                <a:latin typeface="Arial" panose="020B0604020202020204" pitchFamily="34" charset="0"/>
                <a:cs typeface="Arial" panose="020B0604020202020204" pitchFamily="34" charset="0"/>
              </a:rPr>
              <a:t>Example</a:t>
            </a:r>
            <a:r>
              <a:rPr lang="ru-BY" sz="3700" b="1" dirty="0">
                <a:latin typeface="Arial" panose="020B0604020202020204" pitchFamily="34" charset="0"/>
                <a:cs typeface="Arial" panose="020B0604020202020204" pitchFamily="34" charset="0"/>
              </a:rPr>
              <a:t> </a:t>
            </a:r>
            <a:endParaRPr lang="ru-RU" sz="3700" b="1" dirty="0">
              <a:latin typeface="Arial" panose="020B0604020202020204" pitchFamily="34" charset="0"/>
              <a:cs typeface="Arial" panose="020B0604020202020204" pitchFamily="34" charset="0"/>
            </a:endParaRPr>
          </a:p>
        </p:txBody>
      </p:sp>
      <p:sp>
        <p:nvSpPr>
          <p:cNvPr id="6" name="Текст 5"/>
          <p:cNvSpPr>
            <a:spLocks noGrp="1"/>
          </p:cNvSpPr>
          <p:nvPr>
            <p:ph type="body" sz="quarter" idx="15"/>
          </p:nvPr>
        </p:nvSpPr>
        <p:spPr/>
        <p:txBody>
          <a:bodyPr vert="horz" lIns="0" tIns="0" rIns="0" bIns="0" rtlCol="0">
            <a:noAutofit/>
          </a:bodyPr>
          <a:lstStyle/>
          <a:p>
            <a:r>
              <a:rPr lang="fr-FR" sz="1200" dirty="0">
                <a:solidFill>
                  <a:schemeClr val="tx1"/>
                </a:solidFill>
                <a:latin typeface="Arial" panose="020B0604020202020204" pitchFamily="34" charset="0"/>
                <a:cs typeface="Arial" panose="020B0604020202020204" pitchFamily="34" charset="0"/>
              </a:rPr>
              <a:t>Panel Data Analysis</a:t>
            </a:r>
            <a:endParaRPr lang="ru-RU" sz="1200" dirty="0">
              <a:solidFill>
                <a:schemeClr val="tx1"/>
              </a:solidFill>
              <a:latin typeface="Arial" panose="020B0604020202020204" pitchFamily="34" charset="0"/>
              <a:cs typeface="Arial" panose="020B0604020202020204" pitchFamily="34" charset="0"/>
            </a:endParaRPr>
          </a:p>
        </p:txBody>
      </p:sp>
      <p:pic>
        <p:nvPicPr>
          <p:cNvPr id="9" name="Рисунок 8" descr="Вырезка экрана"/>
          <p:cNvPicPr>
            <a:picLocks noChangeAspect="1"/>
          </p:cNvPicPr>
          <p:nvPr/>
        </p:nvPicPr>
        <p:blipFill rotWithShape="1">
          <a:blip r:embed="rId2">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val="0"/>
              </a:ext>
            </a:extLst>
          </a:blip>
          <a:srcRect t="30505" b="50934"/>
          <a:stretch/>
        </p:blipFill>
        <p:spPr>
          <a:xfrm>
            <a:off x="4191380" y="3145035"/>
            <a:ext cx="5832648" cy="789145"/>
          </a:xfrm>
          <a:prstGeom prst="rect">
            <a:avLst/>
          </a:prstGeom>
        </p:spPr>
      </p:pic>
      <p:pic>
        <p:nvPicPr>
          <p:cNvPr id="12" name="Рисунок 11" descr="Вырезка экрана"/>
          <p:cNvPicPr>
            <a:picLocks noChangeAspect="1"/>
          </p:cNvPicPr>
          <p:nvPr/>
        </p:nvPicPr>
        <p:blipFill rotWithShape="1">
          <a:blip r:embed="rId2">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val="0"/>
              </a:ext>
            </a:extLst>
          </a:blip>
          <a:srcRect t="59161" b="22665"/>
          <a:stretch/>
        </p:blipFill>
        <p:spPr>
          <a:xfrm>
            <a:off x="4191380" y="4446177"/>
            <a:ext cx="5832648" cy="772732"/>
          </a:xfrm>
          <a:prstGeom prst="rect">
            <a:avLst/>
          </a:prstGeom>
        </p:spPr>
      </p:pic>
      <p:sp>
        <p:nvSpPr>
          <p:cNvPr id="13" name="Прямоугольник 12"/>
          <p:cNvSpPr/>
          <p:nvPr/>
        </p:nvSpPr>
        <p:spPr>
          <a:xfrm>
            <a:off x="3467269" y="5542035"/>
            <a:ext cx="7048677" cy="861774"/>
          </a:xfrm>
          <a:prstGeom prst="rect">
            <a:avLst/>
          </a:prstGeom>
        </p:spPr>
        <p:txBody>
          <a:bodyPr wrap="square">
            <a:spAutoFit/>
          </a:bodyPr>
          <a:lstStyle/>
          <a:p>
            <a:r>
              <a:rPr lang="en-US" sz="2400" dirty="0">
                <a:solidFill>
                  <a:schemeClr val="bg2">
                    <a:lumMod val="10000"/>
                  </a:schemeClr>
                </a:solidFill>
                <a:latin typeface="Arial" panose="020B0604020202020204" pitchFamily="34" charset="0"/>
                <a:cs typeface="Arial" panose="020B0604020202020204" pitchFamily="34" charset="0"/>
              </a:rPr>
              <a:t>If we subtract the first equation from the second equation</a:t>
            </a:r>
            <a:r>
              <a:rPr lang="ru-RU" sz="2400" dirty="0">
                <a:solidFill>
                  <a:schemeClr val="bg2">
                    <a:lumMod val="10000"/>
                  </a:schemeClr>
                </a:solidFill>
                <a:latin typeface="Arial" panose="020B0604020202020204" pitchFamily="34" charset="0"/>
                <a:cs typeface="Arial" panose="020B0604020202020204" pitchFamily="34" charset="0"/>
              </a:rPr>
              <a:t> </a:t>
            </a:r>
            <a:r>
              <a:rPr lang="en-US" sz="2400" b="1" dirty="0">
                <a:solidFill>
                  <a:schemeClr val="bg2">
                    <a:lumMod val="10000"/>
                  </a:schemeClr>
                </a:solidFill>
                <a:latin typeface="Arial" panose="020B0604020202020204" pitchFamily="34" charset="0"/>
                <a:cs typeface="Arial" panose="020B0604020202020204" pitchFamily="34" charset="0"/>
              </a:rPr>
              <a:t>𝑍𝑖 will disappear </a:t>
            </a:r>
            <a:r>
              <a:rPr lang="en-US" sz="2400" dirty="0">
                <a:solidFill>
                  <a:schemeClr val="bg2">
                    <a:lumMod val="10000"/>
                  </a:schemeClr>
                </a:solidFill>
                <a:latin typeface="Arial" panose="020B0604020202020204" pitchFamily="34" charset="0"/>
                <a:cs typeface="Arial" panose="020B0604020202020204" pitchFamily="34" charset="0"/>
              </a:rPr>
              <a:t>=&gt;</a:t>
            </a:r>
            <a:endParaRPr lang="ru-RU" sz="2400" dirty="0">
              <a:solidFill>
                <a:schemeClr val="bg2">
                  <a:lumMod val="1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458330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p:cNvSpPr>
            <a:spLocks noGrp="1"/>
          </p:cNvSpPr>
          <p:nvPr>
            <p:ph type="body" sz="quarter" idx="13"/>
          </p:nvPr>
        </p:nvSpPr>
        <p:spPr>
          <a:xfrm>
            <a:off x="1143689" y="540904"/>
            <a:ext cx="2024054" cy="415925"/>
          </a:xfrm>
        </p:spPr>
        <p:txBody>
          <a:bodyPr/>
          <a:lstStyle/>
          <a:p>
            <a:r>
              <a:rPr lang="fr-FR" sz="1200" dirty="0">
                <a:latin typeface="Arial" panose="020B0604020202020204" pitchFamily="34" charset="0"/>
                <a:cs typeface="Arial" panose="020B0604020202020204" pitchFamily="34" charset="0"/>
              </a:rPr>
              <a:t>Data Analysis</a:t>
            </a:r>
            <a:endParaRPr lang="ru-RU" sz="1200" dirty="0">
              <a:latin typeface="Arial" panose="020B0604020202020204" pitchFamily="34" charset="0"/>
              <a:cs typeface="Arial" panose="020B0604020202020204" pitchFamily="34" charset="0"/>
            </a:endParaRPr>
          </a:p>
        </p:txBody>
      </p:sp>
      <p:sp>
        <p:nvSpPr>
          <p:cNvPr id="3" name="Текст 2"/>
          <p:cNvSpPr>
            <a:spLocks noGrp="1"/>
          </p:cNvSpPr>
          <p:nvPr>
            <p:ph type="body" sz="quarter" idx="14"/>
          </p:nvPr>
        </p:nvSpPr>
        <p:spPr/>
        <p:txBody>
          <a:bodyPr vert="horz" lIns="0" tIns="0" rIns="0" bIns="0" rtlCol="0">
            <a:noAutofit/>
          </a:bodyPr>
          <a:lstStyle/>
          <a:p>
            <a:r>
              <a:rPr lang="fr-FR" sz="1200" dirty="0">
                <a:solidFill>
                  <a:schemeClr val="tx1"/>
                </a:solidFill>
                <a:latin typeface="Arial" panose="020B0604020202020204" pitchFamily="34" charset="0"/>
                <a:cs typeface="Arial" panose="020B0604020202020204" pitchFamily="34" charset="0"/>
              </a:rPr>
              <a:t>Lecture 9</a:t>
            </a:r>
            <a:endParaRPr lang="ru-RU" sz="1200" dirty="0">
              <a:solidFill>
                <a:schemeClr val="tx1"/>
              </a:solidFill>
              <a:latin typeface="Arial" panose="020B0604020202020204" pitchFamily="34" charset="0"/>
              <a:cs typeface="Arial" panose="020B0604020202020204" pitchFamily="34" charset="0"/>
            </a:endParaRPr>
          </a:p>
        </p:txBody>
      </p:sp>
      <p:sp>
        <p:nvSpPr>
          <p:cNvPr id="4" name="Заголовок 3"/>
          <p:cNvSpPr>
            <a:spLocks noGrp="1"/>
          </p:cNvSpPr>
          <p:nvPr>
            <p:ph type="title"/>
          </p:nvPr>
        </p:nvSpPr>
        <p:spPr>
          <a:xfrm>
            <a:off x="585897" y="1317158"/>
            <a:ext cx="11057955" cy="777025"/>
          </a:xfrm>
        </p:spPr>
        <p:txBody>
          <a:bodyPr>
            <a:noAutofit/>
          </a:bodyPr>
          <a:lstStyle/>
          <a:p>
            <a:r>
              <a:rPr lang="en-US" sz="3700" b="1" dirty="0">
                <a:latin typeface="Arial" panose="020B0604020202020204" pitchFamily="34" charset="0"/>
                <a:cs typeface="Arial" panose="020B0604020202020204" pitchFamily="34" charset="0"/>
              </a:rPr>
              <a:t>Example</a:t>
            </a:r>
            <a:endParaRPr lang="ru-RU" sz="3700" b="1" dirty="0">
              <a:latin typeface="Arial" panose="020B0604020202020204" pitchFamily="34" charset="0"/>
              <a:cs typeface="Arial" panose="020B0604020202020204" pitchFamily="34" charset="0"/>
            </a:endParaRPr>
          </a:p>
        </p:txBody>
      </p:sp>
      <p:sp>
        <p:nvSpPr>
          <p:cNvPr id="5" name="Текст 4"/>
          <p:cNvSpPr>
            <a:spLocks noGrp="1"/>
          </p:cNvSpPr>
          <p:nvPr>
            <p:ph type="body" sz="quarter" idx="12"/>
          </p:nvPr>
        </p:nvSpPr>
        <p:spPr>
          <a:xfrm>
            <a:off x="718801" y="4409767"/>
            <a:ext cx="10792842" cy="1344733"/>
          </a:xfrm>
        </p:spPr>
        <p:txBody>
          <a:bodyPr numCol="1"/>
          <a:lstStyle/>
          <a:p>
            <a:pPr algn="just"/>
            <a:r>
              <a:rPr lang="en-US" sz="2400" dirty="0">
                <a:solidFill>
                  <a:schemeClr val="bg2">
                    <a:lumMod val="10000"/>
                  </a:schemeClr>
                </a:solidFill>
                <a:latin typeface="Arial" panose="020B0604020202020204" pitchFamily="34" charset="0"/>
                <a:cs typeface="Arial" panose="020B0604020202020204" pitchFamily="34" charset="0"/>
              </a:rPr>
              <a:t>	With this subtraction, the variable </a:t>
            </a:r>
            <a:r>
              <a:rPr lang="en-US" sz="2400" b="1" dirty="0">
                <a:solidFill>
                  <a:schemeClr val="bg2">
                    <a:lumMod val="10000"/>
                  </a:schemeClr>
                </a:solidFill>
                <a:latin typeface="Arial" panose="020B0604020202020204" pitchFamily="34" charset="0"/>
                <a:cs typeface="Arial" panose="020B0604020202020204" pitchFamily="34" charset="0"/>
              </a:rPr>
              <a:t>𝑍𝑖 disappeared</a:t>
            </a:r>
            <a:r>
              <a:rPr lang="en-US" sz="2400" dirty="0">
                <a:solidFill>
                  <a:schemeClr val="bg2">
                    <a:lumMod val="10000"/>
                  </a:schemeClr>
                </a:solidFill>
                <a:latin typeface="Arial" panose="020B0604020202020204" pitchFamily="34" charset="0"/>
                <a:cs typeface="Arial" panose="020B0604020202020204" pitchFamily="34" charset="0"/>
              </a:rPr>
              <a:t>. So, if we evaluate how the </a:t>
            </a:r>
            <a:r>
              <a:rPr lang="en-US" sz="2400" b="1" dirty="0">
                <a:solidFill>
                  <a:schemeClr val="bg2">
                    <a:lumMod val="10000"/>
                  </a:schemeClr>
                </a:solidFill>
                <a:latin typeface="Arial" panose="020B0604020202020204" pitchFamily="34" charset="0"/>
                <a:cs typeface="Arial" panose="020B0604020202020204" pitchFamily="34" charset="0"/>
              </a:rPr>
              <a:t>change in y depends on the change in x</a:t>
            </a:r>
            <a:r>
              <a:rPr lang="en-US" sz="2400" dirty="0">
                <a:solidFill>
                  <a:schemeClr val="bg2">
                    <a:lumMod val="10000"/>
                  </a:schemeClr>
                </a:solidFill>
                <a:latin typeface="Arial" panose="020B0604020202020204" pitchFamily="34" charset="0"/>
                <a:cs typeface="Arial" panose="020B0604020202020204" pitchFamily="34" charset="0"/>
              </a:rPr>
              <a:t>, then the individual characteristics of each state will disappear in this equation. The unobservable variable for which we have no statistics will be removed from the equation. Since it is no longer in the equation, there will be no bias due to the omission of an essential variable.</a:t>
            </a:r>
          </a:p>
        </p:txBody>
      </p:sp>
      <p:sp>
        <p:nvSpPr>
          <p:cNvPr id="6" name="Текст 5"/>
          <p:cNvSpPr>
            <a:spLocks noGrp="1"/>
          </p:cNvSpPr>
          <p:nvPr>
            <p:ph type="body" sz="quarter" idx="15"/>
          </p:nvPr>
        </p:nvSpPr>
        <p:spPr/>
        <p:txBody>
          <a:bodyPr vert="horz" lIns="0" tIns="0" rIns="0" bIns="0" rtlCol="0">
            <a:noAutofit/>
          </a:bodyPr>
          <a:lstStyle/>
          <a:p>
            <a:r>
              <a:rPr lang="fr-FR" sz="1200" dirty="0">
                <a:solidFill>
                  <a:schemeClr val="tx1"/>
                </a:solidFill>
                <a:latin typeface="Arial" panose="020B0604020202020204" pitchFamily="34" charset="0"/>
                <a:cs typeface="Arial" panose="020B0604020202020204" pitchFamily="34" charset="0"/>
              </a:rPr>
              <a:t>Panel Data Analysis</a:t>
            </a:r>
            <a:endParaRPr lang="ru-RU" sz="1200" dirty="0">
              <a:solidFill>
                <a:schemeClr val="tx1"/>
              </a:solidFill>
              <a:latin typeface="Arial" panose="020B0604020202020204" pitchFamily="34" charset="0"/>
              <a:cs typeface="Arial" panose="020B0604020202020204" pitchFamily="34" charset="0"/>
            </a:endParaRPr>
          </a:p>
        </p:txBody>
      </p:sp>
      <p:pic>
        <p:nvPicPr>
          <p:cNvPr id="7" name="Рисунок 6" descr="Вырезка экрана"/>
          <p:cNvPicPr>
            <a:picLocks noChangeAspect="1"/>
          </p:cNvPicPr>
          <p:nvPr/>
        </p:nvPicPr>
        <p:blipFill rotWithShape="1">
          <a:blip r:embed="rId2">
            <a:extLst>
              <a:ext uri="{BEBA8EAE-BF5A-486C-A8C5-ECC9F3942E4B}">
                <a14:imgProps xmlns:a14="http://schemas.microsoft.com/office/drawing/2010/main">
                  <a14:imgLayer r:embed="rId3">
                    <a14:imgEffect>
                      <a14:brightnessContrast bright="20000"/>
                    </a14:imgEffect>
                  </a14:imgLayer>
                </a14:imgProps>
              </a:ext>
              <a:ext uri="{28A0092B-C50C-407E-A947-70E740481C1C}">
                <a14:useLocalDpi xmlns:a14="http://schemas.microsoft.com/office/drawing/2010/main" val="0"/>
              </a:ext>
            </a:extLst>
          </a:blip>
          <a:srcRect t="25715"/>
          <a:stretch/>
        </p:blipFill>
        <p:spPr>
          <a:xfrm>
            <a:off x="3534926" y="1390898"/>
            <a:ext cx="5449931" cy="2836520"/>
          </a:xfrm>
          <a:prstGeom prst="rect">
            <a:avLst/>
          </a:prstGeom>
        </p:spPr>
      </p:pic>
    </p:spTree>
    <p:extLst>
      <p:ext uri="{BB962C8B-B14F-4D97-AF65-F5344CB8AC3E}">
        <p14:creationId xmlns:p14="http://schemas.microsoft.com/office/powerpoint/2010/main" val="40941130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p:cNvSpPr>
            <a:spLocks noGrp="1"/>
          </p:cNvSpPr>
          <p:nvPr>
            <p:ph type="body" sz="quarter" idx="13"/>
          </p:nvPr>
        </p:nvSpPr>
        <p:spPr>
          <a:xfrm>
            <a:off x="1143689" y="540904"/>
            <a:ext cx="2024054" cy="415925"/>
          </a:xfrm>
        </p:spPr>
        <p:txBody>
          <a:bodyPr/>
          <a:lstStyle/>
          <a:p>
            <a:r>
              <a:rPr lang="fr-FR" sz="1200" dirty="0">
                <a:latin typeface="Arial" panose="020B0604020202020204" pitchFamily="34" charset="0"/>
                <a:cs typeface="Arial" panose="020B0604020202020204" pitchFamily="34" charset="0"/>
              </a:rPr>
              <a:t>Data Analysis</a:t>
            </a:r>
            <a:endParaRPr lang="ru-RU" sz="1200" dirty="0">
              <a:latin typeface="Arial" panose="020B0604020202020204" pitchFamily="34" charset="0"/>
              <a:cs typeface="Arial" panose="020B0604020202020204" pitchFamily="34" charset="0"/>
            </a:endParaRPr>
          </a:p>
        </p:txBody>
      </p:sp>
      <p:sp>
        <p:nvSpPr>
          <p:cNvPr id="3" name="Текст 2"/>
          <p:cNvSpPr>
            <a:spLocks noGrp="1"/>
          </p:cNvSpPr>
          <p:nvPr>
            <p:ph type="body" sz="quarter" idx="14"/>
          </p:nvPr>
        </p:nvSpPr>
        <p:spPr/>
        <p:txBody>
          <a:bodyPr vert="horz" lIns="0" tIns="0" rIns="0" bIns="0" rtlCol="0">
            <a:noAutofit/>
          </a:bodyPr>
          <a:lstStyle/>
          <a:p>
            <a:r>
              <a:rPr lang="fr-FR" sz="1200" dirty="0">
                <a:solidFill>
                  <a:schemeClr val="tx1"/>
                </a:solidFill>
                <a:latin typeface="Arial" panose="020B0604020202020204" pitchFamily="34" charset="0"/>
                <a:cs typeface="Arial" panose="020B0604020202020204" pitchFamily="34" charset="0"/>
              </a:rPr>
              <a:t>Lecture 9</a:t>
            </a:r>
            <a:endParaRPr lang="ru-RU" sz="1200" dirty="0">
              <a:solidFill>
                <a:schemeClr val="tx1"/>
              </a:solidFill>
              <a:latin typeface="Arial" panose="020B0604020202020204" pitchFamily="34" charset="0"/>
              <a:cs typeface="Arial" panose="020B0604020202020204" pitchFamily="34" charset="0"/>
            </a:endParaRPr>
          </a:p>
        </p:txBody>
      </p:sp>
      <p:sp>
        <p:nvSpPr>
          <p:cNvPr id="4" name="Заголовок 3"/>
          <p:cNvSpPr>
            <a:spLocks noGrp="1"/>
          </p:cNvSpPr>
          <p:nvPr>
            <p:ph type="title"/>
          </p:nvPr>
        </p:nvSpPr>
        <p:spPr>
          <a:xfrm>
            <a:off x="585897" y="1317158"/>
            <a:ext cx="11057955" cy="777025"/>
          </a:xfrm>
        </p:spPr>
        <p:txBody>
          <a:bodyPr>
            <a:noAutofit/>
          </a:bodyPr>
          <a:lstStyle/>
          <a:p>
            <a:r>
              <a:rPr lang="en-US" sz="3700" b="1" dirty="0">
                <a:latin typeface="Arial" panose="020B0604020202020204" pitchFamily="34" charset="0"/>
                <a:cs typeface="Arial" panose="020B0604020202020204" pitchFamily="34" charset="0"/>
              </a:rPr>
              <a:t>Example</a:t>
            </a:r>
            <a:endParaRPr lang="ru-RU" sz="3700" b="1" dirty="0">
              <a:latin typeface="Arial" panose="020B0604020202020204" pitchFamily="34" charset="0"/>
              <a:cs typeface="Arial" panose="020B0604020202020204" pitchFamily="34" charset="0"/>
            </a:endParaRPr>
          </a:p>
        </p:txBody>
      </p:sp>
      <p:sp>
        <p:nvSpPr>
          <p:cNvPr id="5" name="Текст 4"/>
          <p:cNvSpPr>
            <a:spLocks noGrp="1"/>
          </p:cNvSpPr>
          <p:nvPr>
            <p:ph type="body" sz="quarter" idx="12"/>
          </p:nvPr>
        </p:nvSpPr>
        <p:spPr>
          <a:xfrm>
            <a:off x="718801" y="4995634"/>
            <a:ext cx="10792842" cy="1344733"/>
          </a:xfrm>
        </p:spPr>
        <p:txBody>
          <a:bodyPr numCol="1"/>
          <a:lstStyle/>
          <a:p>
            <a:pPr algn="just"/>
            <a:r>
              <a:rPr lang="en-US" sz="2400" dirty="0">
                <a:solidFill>
                  <a:schemeClr val="bg2">
                    <a:lumMod val="10000"/>
                  </a:schemeClr>
                </a:solidFill>
                <a:latin typeface="Arial" panose="020B0604020202020204" pitchFamily="34" charset="0"/>
                <a:cs typeface="Arial" panose="020B0604020202020204" pitchFamily="34" charset="0"/>
              </a:rPr>
              <a:t>	This graph shows the relationship between the </a:t>
            </a:r>
            <a:r>
              <a:rPr lang="en-US" sz="2400" b="1" dirty="0">
                <a:solidFill>
                  <a:schemeClr val="bg2">
                    <a:lumMod val="10000"/>
                  </a:schemeClr>
                </a:solidFill>
                <a:latin typeface="Arial" panose="020B0604020202020204" pitchFamily="34" charset="0"/>
                <a:cs typeface="Arial" panose="020B0604020202020204" pitchFamily="34" charset="0"/>
              </a:rPr>
              <a:t>change in fatality rate and the change in beer tax</a:t>
            </a:r>
            <a:r>
              <a:rPr lang="en-US" sz="2400" dirty="0">
                <a:solidFill>
                  <a:schemeClr val="bg2">
                    <a:lumMod val="10000"/>
                  </a:schemeClr>
                </a:solidFill>
                <a:latin typeface="Arial" panose="020B0604020202020204" pitchFamily="34" charset="0"/>
                <a:cs typeface="Arial" panose="020B0604020202020204" pitchFamily="34" charset="0"/>
              </a:rPr>
              <a:t>. Dependence became negative. The described approach to the estimation of regression on panel data is called the </a:t>
            </a:r>
            <a:r>
              <a:rPr lang="en-US" sz="2400" u="sng" dirty="0">
                <a:solidFill>
                  <a:schemeClr val="bg2">
                    <a:lumMod val="10000"/>
                  </a:schemeClr>
                </a:solidFill>
                <a:latin typeface="Arial" panose="020B0604020202020204" pitchFamily="34" charset="0"/>
                <a:cs typeface="Arial" panose="020B0604020202020204" pitchFamily="34" charset="0"/>
              </a:rPr>
              <a:t>model with the first differences</a:t>
            </a:r>
            <a:r>
              <a:rPr lang="en-US" sz="2400" dirty="0">
                <a:solidFill>
                  <a:schemeClr val="bg2">
                    <a:lumMod val="10000"/>
                  </a:schemeClr>
                </a:solidFill>
                <a:latin typeface="Arial" panose="020B0604020202020204" pitchFamily="34" charset="0"/>
                <a:cs typeface="Arial" panose="020B0604020202020204" pitchFamily="34" charset="0"/>
              </a:rPr>
              <a:t>. This is one of the possible approaches.</a:t>
            </a:r>
            <a:r>
              <a:rPr lang="ru-RU" sz="2400" dirty="0">
                <a:solidFill>
                  <a:schemeClr val="bg2">
                    <a:lumMod val="10000"/>
                  </a:schemeClr>
                </a:solidFill>
                <a:latin typeface="Arial" panose="020B0604020202020204" pitchFamily="34" charset="0"/>
                <a:cs typeface="Arial" panose="020B0604020202020204" pitchFamily="34" charset="0"/>
              </a:rPr>
              <a:t>    </a:t>
            </a:r>
            <a:endParaRPr lang="en-US" sz="2400" dirty="0">
              <a:solidFill>
                <a:schemeClr val="bg2">
                  <a:lumMod val="10000"/>
                </a:schemeClr>
              </a:solidFill>
              <a:latin typeface="Arial" panose="020B0604020202020204" pitchFamily="34" charset="0"/>
              <a:cs typeface="Arial" panose="020B0604020202020204" pitchFamily="34" charset="0"/>
            </a:endParaRPr>
          </a:p>
        </p:txBody>
      </p:sp>
      <p:sp>
        <p:nvSpPr>
          <p:cNvPr id="6" name="Текст 5"/>
          <p:cNvSpPr>
            <a:spLocks noGrp="1"/>
          </p:cNvSpPr>
          <p:nvPr>
            <p:ph type="body" sz="quarter" idx="15"/>
          </p:nvPr>
        </p:nvSpPr>
        <p:spPr/>
        <p:txBody>
          <a:bodyPr vert="horz" lIns="0" tIns="0" rIns="0" bIns="0" rtlCol="0">
            <a:noAutofit/>
          </a:bodyPr>
          <a:lstStyle/>
          <a:p>
            <a:r>
              <a:rPr lang="fr-FR" sz="1200" dirty="0">
                <a:solidFill>
                  <a:schemeClr val="tx1"/>
                </a:solidFill>
                <a:latin typeface="Arial" panose="020B0604020202020204" pitchFamily="34" charset="0"/>
                <a:cs typeface="Arial" panose="020B0604020202020204" pitchFamily="34" charset="0"/>
              </a:rPr>
              <a:t>Panel Data Analysis</a:t>
            </a:r>
            <a:endParaRPr lang="ru-RU" sz="1200" dirty="0">
              <a:solidFill>
                <a:schemeClr val="tx1"/>
              </a:solidFill>
              <a:latin typeface="Arial" panose="020B0604020202020204" pitchFamily="34" charset="0"/>
              <a:cs typeface="Arial" panose="020B0604020202020204" pitchFamily="34" charset="0"/>
            </a:endParaRPr>
          </a:p>
        </p:txBody>
      </p:sp>
      <p:pic>
        <p:nvPicPr>
          <p:cNvPr id="8" name="Рисунок 7" descr="Вырезка экрана"/>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01456" y="1317158"/>
            <a:ext cx="5318707" cy="3487317"/>
          </a:xfrm>
          <a:prstGeom prst="rect">
            <a:avLst/>
          </a:prstGeom>
        </p:spPr>
      </p:pic>
    </p:spTree>
    <p:extLst>
      <p:ext uri="{BB962C8B-B14F-4D97-AF65-F5344CB8AC3E}">
        <p14:creationId xmlns:p14="http://schemas.microsoft.com/office/powerpoint/2010/main" val="775443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p:cNvSpPr>
            <a:spLocks noGrp="1"/>
          </p:cNvSpPr>
          <p:nvPr>
            <p:ph type="body" sz="quarter" idx="13"/>
          </p:nvPr>
        </p:nvSpPr>
        <p:spPr>
          <a:xfrm>
            <a:off x="1143689" y="540904"/>
            <a:ext cx="2024054" cy="415925"/>
          </a:xfrm>
        </p:spPr>
        <p:txBody>
          <a:bodyPr/>
          <a:lstStyle/>
          <a:p>
            <a:r>
              <a:rPr lang="fr-FR" sz="1200" dirty="0">
                <a:latin typeface="Arial" panose="020B0604020202020204" pitchFamily="34" charset="0"/>
                <a:cs typeface="Arial" panose="020B0604020202020204" pitchFamily="34" charset="0"/>
              </a:rPr>
              <a:t>Data Analysis</a:t>
            </a:r>
            <a:endParaRPr lang="ru-RU" sz="1200" dirty="0">
              <a:latin typeface="Arial" panose="020B0604020202020204" pitchFamily="34" charset="0"/>
              <a:cs typeface="Arial" panose="020B0604020202020204" pitchFamily="34" charset="0"/>
            </a:endParaRPr>
          </a:p>
        </p:txBody>
      </p:sp>
      <p:sp>
        <p:nvSpPr>
          <p:cNvPr id="3" name="Текст 2"/>
          <p:cNvSpPr>
            <a:spLocks noGrp="1"/>
          </p:cNvSpPr>
          <p:nvPr>
            <p:ph type="body" sz="quarter" idx="14"/>
          </p:nvPr>
        </p:nvSpPr>
        <p:spPr/>
        <p:txBody>
          <a:bodyPr vert="horz" lIns="0" tIns="0" rIns="0" bIns="0" rtlCol="0">
            <a:noAutofit/>
          </a:bodyPr>
          <a:lstStyle/>
          <a:p>
            <a:r>
              <a:rPr lang="fr-FR" sz="1200" dirty="0">
                <a:solidFill>
                  <a:schemeClr val="tx1"/>
                </a:solidFill>
                <a:latin typeface="Arial" panose="020B0604020202020204" pitchFamily="34" charset="0"/>
                <a:cs typeface="Arial" panose="020B0604020202020204" pitchFamily="34" charset="0"/>
              </a:rPr>
              <a:t>Lecture 9</a:t>
            </a:r>
            <a:endParaRPr lang="ru-RU" sz="1200" dirty="0">
              <a:solidFill>
                <a:schemeClr val="tx1"/>
              </a:solidFill>
              <a:latin typeface="Arial" panose="020B0604020202020204" pitchFamily="34" charset="0"/>
              <a:cs typeface="Arial" panose="020B0604020202020204" pitchFamily="34" charset="0"/>
            </a:endParaRPr>
          </a:p>
        </p:txBody>
      </p:sp>
      <p:sp>
        <p:nvSpPr>
          <p:cNvPr id="4" name="Заголовок 3"/>
          <p:cNvSpPr>
            <a:spLocks noGrp="1"/>
          </p:cNvSpPr>
          <p:nvPr>
            <p:ph type="title"/>
          </p:nvPr>
        </p:nvSpPr>
        <p:spPr>
          <a:xfrm>
            <a:off x="585897" y="1317158"/>
            <a:ext cx="11057955" cy="777025"/>
          </a:xfrm>
        </p:spPr>
        <p:txBody>
          <a:bodyPr>
            <a:noAutofit/>
          </a:bodyPr>
          <a:lstStyle/>
          <a:p>
            <a:r>
              <a:rPr lang="en-US" sz="3700" b="1" dirty="0">
                <a:latin typeface="Arial" panose="020B0604020202020204" pitchFamily="34" charset="0"/>
                <a:cs typeface="Arial" panose="020B0604020202020204" pitchFamily="34" charset="0"/>
              </a:rPr>
              <a:t>Panel data models</a:t>
            </a:r>
            <a:endParaRPr lang="ru-RU" sz="3700" b="1" dirty="0">
              <a:latin typeface="Arial" panose="020B0604020202020204" pitchFamily="34" charset="0"/>
              <a:cs typeface="Arial" panose="020B0604020202020204" pitchFamily="34" charset="0"/>
            </a:endParaRPr>
          </a:p>
        </p:txBody>
      </p:sp>
      <p:sp>
        <p:nvSpPr>
          <p:cNvPr id="5" name="Текст 4"/>
          <p:cNvSpPr>
            <a:spLocks noGrp="1"/>
          </p:cNvSpPr>
          <p:nvPr>
            <p:ph type="body" sz="quarter" idx="12"/>
          </p:nvPr>
        </p:nvSpPr>
        <p:spPr>
          <a:xfrm>
            <a:off x="718801" y="2274895"/>
            <a:ext cx="10792842" cy="3848315"/>
          </a:xfrm>
        </p:spPr>
        <p:txBody>
          <a:bodyPr numCol="1"/>
          <a:lstStyle/>
          <a:p>
            <a:pPr algn="just"/>
            <a:r>
              <a:rPr lang="ru-RU" sz="2400" dirty="0">
                <a:solidFill>
                  <a:schemeClr val="bg2">
                    <a:lumMod val="10000"/>
                  </a:schemeClr>
                </a:solidFill>
                <a:latin typeface="Arial" panose="020B0604020202020204" pitchFamily="34" charset="0"/>
                <a:cs typeface="Arial" panose="020B0604020202020204" pitchFamily="34" charset="0"/>
              </a:rPr>
              <a:t>1) </a:t>
            </a:r>
            <a:r>
              <a:rPr lang="ru-RU" sz="2400" dirty="0" err="1">
                <a:solidFill>
                  <a:schemeClr val="bg2">
                    <a:lumMod val="10000"/>
                  </a:schemeClr>
                </a:solidFill>
                <a:latin typeface="Arial" panose="020B0604020202020204" pitchFamily="34" charset="0"/>
                <a:cs typeface="Arial" panose="020B0604020202020204" pitchFamily="34" charset="0"/>
              </a:rPr>
              <a:t>Pooled</a:t>
            </a:r>
            <a:r>
              <a:rPr lang="ru-RU" sz="2400" dirty="0">
                <a:solidFill>
                  <a:schemeClr val="bg2">
                    <a:lumMod val="10000"/>
                  </a:schemeClr>
                </a:solidFill>
                <a:latin typeface="Arial" panose="020B0604020202020204" pitchFamily="34" charset="0"/>
                <a:cs typeface="Arial" panose="020B0604020202020204" pitchFamily="34" charset="0"/>
              </a:rPr>
              <a:t> </a:t>
            </a:r>
            <a:r>
              <a:rPr lang="ru-RU" sz="2400" dirty="0" err="1">
                <a:solidFill>
                  <a:schemeClr val="bg2">
                    <a:lumMod val="10000"/>
                  </a:schemeClr>
                </a:solidFill>
                <a:latin typeface="Arial" panose="020B0604020202020204" pitchFamily="34" charset="0"/>
                <a:cs typeface="Arial" panose="020B0604020202020204" pitchFamily="34" charset="0"/>
              </a:rPr>
              <a:t>model</a:t>
            </a:r>
            <a:r>
              <a:rPr lang="ru-RU" sz="2400" dirty="0">
                <a:solidFill>
                  <a:schemeClr val="bg2">
                    <a:lumMod val="10000"/>
                  </a:schemeClr>
                </a:solidFill>
                <a:latin typeface="Arial" panose="020B0604020202020204" pitchFamily="34" charset="0"/>
                <a:cs typeface="Arial" panose="020B0604020202020204" pitchFamily="34" charset="0"/>
              </a:rPr>
              <a:t>;</a:t>
            </a:r>
          </a:p>
          <a:p>
            <a:pPr algn="just"/>
            <a:r>
              <a:rPr lang="ru-RU" sz="2400" dirty="0">
                <a:solidFill>
                  <a:schemeClr val="bg2">
                    <a:lumMod val="10000"/>
                  </a:schemeClr>
                </a:solidFill>
                <a:latin typeface="Arial" panose="020B0604020202020204" pitchFamily="34" charset="0"/>
                <a:cs typeface="Arial" panose="020B0604020202020204" pitchFamily="34" charset="0"/>
              </a:rPr>
              <a:t>2) </a:t>
            </a:r>
            <a:r>
              <a:rPr lang="en-US" sz="2400" dirty="0">
                <a:solidFill>
                  <a:schemeClr val="bg2">
                    <a:lumMod val="10000"/>
                  </a:schemeClr>
                </a:solidFill>
                <a:latin typeface="Arial" panose="020B0604020202020204" pitchFamily="34" charset="0"/>
                <a:cs typeface="Arial" panose="020B0604020202020204" pitchFamily="34" charset="0"/>
              </a:rPr>
              <a:t> </a:t>
            </a:r>
            <a:r>
              <a:rPr lang="ru-RU" sz="2400" dirty="0" err="1">
                <a:solidFill>
                  <a:schemeClr val="bg2">
                    <a:lumMod val="10000"/>
                  </a:schemeClr>
                </a:solidFill>
                <a:latin typeface="Arial" panose="020B0604020202020204" pitchFamily="34" charset="0"/>
                <a:cs typeface="Arial" panose="020B0604020202020204" pitchFamily="34" charset="0"/>
              </a:rPr>
              <a:t>Fixed</a:t>
            </a:r>
            <a:r>
              <a:rPr lang="ru-RU" sz="2400" dirty="0">
                <a:solidFill>
                  <a:schemeClr val="bg2">
                    <a:lumMod val="10000"/>
                  </a:schemeClr>
                </a:solidFill>
                <a:latin typeface="Arial" panose="020B0604020202020204" pitchFamily="34" charset="0"/>
                <a:cs typeface="Arial" panose="020B0604020202020204" pitchFamily="34" charset="0"/>
              </a:rPr>
              <a:t> </a:t>
            </a:r>
            <a:r>
              <a:rPr lang="ru-RU" sz="2400" dirty="0" err="1">
                <a:solidFill>
                  <a:schemeClr val="bg2">
                    <a:lumMod val="10000"/>
                  </a:schemeClr>
                </a:solidFill>
                <a:latin typeface="Arial" panose="020B0604020202020204" pitchFamily="34" charset="0"/>
                <a:cs typeface="Arial" panose="020B0604020202020204" pitchFamily="34" charset="0"/>
              </a:rPr>
              <a:t>effect</a:t>
            </a:r>
            <a:r>
              <a:rPr lang="en-US" sz="2400" dirty="0">
                <a:solidFill>
                  <a:schemeClr val="bg2">
                    <a:lumMod val="10000"/>
                  </a:schemeClr>
                </a:solidFill>
                <a:latin typeface="Arial" panose="020B0604020202020204" pitchFamily="34" charset="0"/>
                <a:cs typeface="Arial" panose="020B0604020202020204" pitchFamily="34" charset="0"/>
              </a:rPr>
              <a:t>s</a:t>
            </a:r>
            <a:r>
              <a:rPr lang="ru-RU" sz="2400" dirty="0">
                <a:solidFill>
                  <a:schemeClr val="bg2">
                    <a:lumMod val="10000"/>
                  </a:schemeClr>
                </a:solidFill>
                <a:latin typeface="Arial" panose="020B0604020202020204" pitchFamily="34" charset="0"/>
                <a:cs typeface="Arial" panose="020B0604020202020204" pitchFamily="34" charset="0"/>
              </a:rPr>
              <a:t> </a:t>
            </a:r>
            <a:r>
              <a:rPr lang="ru-RU" sz="2400" dirty="0" err="1">
                <a:solidFill>
                  <a:schemeClr val="bg2">
                    <a:lumMod val="10000"/>
                  </a:schemeClr>
                </a:solidFill>
                <a:latin typeface="Arial" panose="020B0604020202020204" pitchFamily="34" charset="0"/>
                <a:cs typeface="Arial" panose="020B0604020202020204" pitchFamily="34" charset="0"/>
              </a:rPr>
              <a:t>model</a:t>
            </a:r>
            <a:r>
              <a:rPr lang="ru-RU" sz="2400" dirty="0">
                <a:solidFill>
                  <a:schemeClr val="bg2">
                    <a:lumMod val="10000"/>
                  </a:schemeClr>
                </a:solidFill>
                <a:latin typeface="Arial" panose="020B0604020202020204" pitchFamily="34" charset="0"/>
                <a:cs typeface="Arial" panose="020B0604020202020204" pitchFamily="34" charset="0"/>
              </a:rPr>
              <a:t>:</a:t>
            </a:r>
          </a:p>
          <a:p>
            <a:pPr marL="722313" indent="265113" algn="just">
              <a:buFont typeface="Arial" panose="020B0604020202020204" pitchFamily="34" charset="0"/>
              <a:buChar char="•"/>
            </a:pPr>
            <a:r>
              <a:rPr lang="en-US" sz="2400" dirty="0">
                <a:solidFill>
                  <a:schemeClr val="bg2">
                    <a:lumMod val="10000"/>
                  </a:schemeClr>
                </a:solidFill>
                <a:latin typeface="Arial" panose="020B0604020202020204" pitchFamily="34" charset="0"/>
                <a:cs typeface="Arial" panose="020B0604020202020204" pitchFamily="34" charset="0"/>
              </a:rPr>
              <a:t>First difference model</a:t>
            </a:r>
            <a:r>
              <a:rPr lang="ru-RU" sz="2400" dirty="0">
                <a:solidFill>
                  <a:schemeClr val="bg2">
                    <a:lumMod val="10000"/>
                  </a:schemeClr>
                </a:solidFill>
                <a:latin typeface="Arial" panose="020B0604020202020204" pitchFamily="34" charset="0"/>
                <a:cs typeface="Arial" panose="020B0604020202020204" pitchFamily="34" charset="0"/>
              </a:rPr>
              <a:t>,</a:t>
            </a:r>
          </a:p>
          <a:p>
            <a:pPr marL="722313" indent="265113" algn="just">
              <a:buFont typeface="Arial" panose="020B0604020202020204" pitchFamily="34" charset="0"/>
              <a:buChar char="•"/>
            </a:pPr>
            <a:r>
              <a:rPr lang="en-US" sz="2400" dirty="0">
                <a:solidFill>
                  <a:schemeClr val="bg2">
                    <a:lumMod val="10000"/>
                  </a:schemeClr>
                </a:solidFill>
                <a:latin typeface="Arial" panose="020B0604020202020204" pitchFamily="34" charset="0"/>
                <a:cs typeface="Arial" panose="020B0604020202020204" pitchFamily="34" charset="0"/>
              </a:rPr>
              <a:t>Least squares dummy variables model</a:t>
            </a:r>
            <a:r>
              <a:rPr lang="ru-RU" sz="2400" dirty="0">
                <a:solidFill>
                  <a:schemeClr val="bg2">
                    <a:lumMod val="10000"/>
                  </a:schemeClr>
                </a:solidFill>
                <a:latin typeface="Arial" panose="020B0604020202020204" pitchFamily="34" charset="0"/>
                <a:cs typeface="Arial" panose="020B0604020202020204" pitchFamily="34" charset="0"/>
              </a:rPr>
              <a:t>,</a:t>
            </a:r>
          </a:p>
          <a:p>
            <a:pPr marL="722313" indent="265113" algn="just">
              <a:buFont typeface="Arial" panose="020B0604020202020204" pitchFamily="34" charset="0"/>
              <a:buChar char="•"/>
            </a:pPr>
            <a:r>
              <a:rPr lang="en-US" sz="2400" dirty="0">
                <a:solidFill>
                  <a:schemeClr val="bg2">
                    <a:lumMod val="10000"/>
                  </a:schemeClr>
                </a:solidFill>
                <a:latin typeface="Arial" panose="020B0604020202020204" pitchFamily="34" charset="0"/>
                <a:cs typeface="Arial" panose="020B0604020202020204" pitchFamily="34" charset="0"/>
              </a:rPr>
              <a:t>Within groups fixed effects.</a:t>
            </a:r>
            <a:endParaRPr lang="ru-RU" sz="2400" dirty="0">
              <a:solidFill>
                <a:schemeClr val="bg2">
                  <a:lumMod val="10000"/>
                </a:schemeClr>
              </a:solidFill>
              <a:latin typeface="Arial" panose="020B0604020202020204" pitchFamily="34" charset="0"/>
              <a:cs typeface="Arial" panose="020B0604020202020204" pitchFamily="34" charset="0"/>
            </a:endParaRPr>
          </a:p>
          <a:p>
            <a:pPr algn="just"/>
            <a:r>
              <a:rPr lang="ru-RU" sz="2400" dirty="0">
                <a:solidFill>
                  <a:schemeClr val="bg2">
                    <a:lumMod val="10000"/>
                  </a:schemeClr>
                </a:solidFill>
                <a:latin typeface="Arial" panose="020B0604020202020204" pitchFamily="34" charset="0"/>
                <a:cs typeface="Arial" panose="020B0604020202020204" pitchFamily="34" charset="0"/>
              </a:rPr>
              <a:t>3) </a:t>
            </a:r>
            <a:r>
              <a:rPr lang="ru-RU" sz="2400" dirty="0" err="1">
                <a:solidFill>
                  <a:schemeClr val="bg2">
                    <a:lumMod val="10000"/>
                  </a:schemeClr>
                </a:solidFill>
                <a:latin typeface="Arial" panose="020B0604020202020204" pitchFamily="34" charset="0"/>
                <a:cs typeface="Arial" panose="020B0604020202020204" pitchFamily="34" charset="0"/>
              </a:rPr>
              <a:t>Random</a:t>
            </a:r>
            <a:r>
              <a:rPr lang="ru-RU" sz="2400" dirty="0">
                <a:solidFill>
                  <a:schemeClr val="bg2">
                    <a:lumMod val="10000"/>
                  </a:schemeClr>
                </a:solidFill>
                <a:latin typeface="Arial" panose="020B0604020202020204" pitchFamily="34" charset="0"/>
                <a:cs typeface="Arial" panose="020B0604020202020204" pitchFamily="34" charset="0"/>
              </a:rPr>
              <a:t> </a:t>
            </a:r>
            <a:r>
              <a:rPr lang="ru-RU" sz="2400" dirty="0" err="1">
                <a:solidFill>
                  <a:schemeClr val="bg2">
                    <a:lumMod val="10000"/>
                  </a:schemeClr>
                </a:solidFill>
                <a:latin typeface="Arial" panose="020B0604020202020204" pitchFamily="34" charset="0"/>
                <a:cs typeface="Arial" panose="020B0604020202020204" pitchFamily="34" charset="0"/>
              </a:rPr>
              <a:t>effect</a:t>
            </a:r>
            <a:r>
              <a:rPr lang="en-US" sz="2400" dirty="0">
                <a:solidFill>
                  <a:schemeClr val="bg2">
                    <a:lumMod val="10000"/>
                  </a:schemeClr>
                </a:solidFill>
                <a:latin typeface="Arial" panose="020B0604020202020204" pitchFamily="34" charset="0"/>
                <a:cs typeface="Arial" panose="020B0604020202020204" pitchFamily="34" charset="0"/>
              </a:rPr>
              <a:t>s</a:t>
            </a:r>
            <a:r>
              <a:rPr lang="ru-RU" sz="2400" dirty="0">
                <a:solidFill>
                  <a:schemeClr val="bg2">
                    <a:lumMod val="10000"/>
                  </a:schemeClr>
                </a:solidFill>
                <a:latin typeface="Arial" panose="020B0604020202020204" pitchFamily="34" charset="0"/>
                <a:cs typeface="Arial" panose="020B0604020202020204" pitchFamily="34" charset="0"/>
              </a:rPr>
              <a:t> </a:t>
            </a:r>
            <a:r>
              <a:rPr lang="ru-RU" sz="2400" dirty="0" err="1">
                <a:solidFill>
                  <a:schemeClr val="bg2">
                    <a:lumMod val="10000"/>
                  </a:schemeClr>
                </a:solidFill>
                <a:latin typeface="Arial" panose="020B0604020202020204" pitchFamily="34" charset="0"/>
                <a:cs typeface="Arial" panose="020B0604020202020204" pitchFamily="34" charset="0"/>
              </a:rPr>
              <a:t>model</a:t>
            </a:r>
            <a:r>
              <a:rPr lang="ru-RU" sz="2400" dirty="0">
                <a:solidFill>
                  <a:schemeClr val="bg2">
                    <a:lumMod val="10000"/>
                  </a:schemeClr>
                </a:solidFill>
                <a:latin typeface="Arial" panose="020B0604020202020204" pitchFamily="34" charset="0"/>
                <a:cs typeface="Arial" panose="020B0604020202020204" pitchFamily="34" charset="0"/>
              </a:rPr>
              <a:t>.</a:t>
            </a:r>
          </a:p>
        </p:txBody>
      </p:sp>
      <p:sp>
        <p:nvSpPr>
          <p:cNvPr id="6" name="Текст 5"/>
          <p:cNvSpPr>
            <a:spLocks noGrp="1"/>
          </p:cNvSpPr>
          <p:nvPr>
            <p:ph type="body" sz="quarter" idx="15"/>
          </p:nvPr>
        </p:nvSpPr>
        <p:spPr/>
        <p:txBody>
          <a:bodyPr vert="horz" lIns="0" tIns="0" rIns="0" bIns="0" rtlCol="0">
            <a:noAutofit/>
          </a:bodyPr>
          <a:lstStyle/>
          <a:p>
            <a:r>
              <a:rPr lang="fr-FR" sz="1200" dirty="0">
                <a:solidFill>
                  <a:schemeClr val="tx1"/>
                </a:solidFill>
                <a:latin typeface="Arial" panose="020B0604020202020204" pitchFamily="34" charset="0"/>
                <a:cs typeface="Arial" panose="020B0604020202020204" pitchFamily="34" charset="0"/>
              </a:rPr>
              <a:t>Panel Data Analysis</a:t>
            </a:r>
            <a:endParaRPr lang="ru-RU" sz="12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900436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p:cNvSpPr>
            <a:spLocks noGrp="1"/>
          </p:cNvSpPr>
          <p:nvPr>
            <p:ph type="body" sz="quarter" idx="13"/>
          </p:nvPr>
        </p:nvSpPr>
        <p:spPr>
          <a:xfrm>
            <a:off x="1143689" y="540904"/>
            <a:ext cx="2024054" cy="415925"/>
          </a:xfrm>
        </p:spPr>
        <p:txBody>
          <a:bodyPr/>
          <a:lstStyle/>
          <a:p>
            <a:r>
              <a:rPr lang="fr-FR" sz="1200" dirty="0">
                <a:latin typeface="Arial" panose="020B0604020202020204" pitchFamily="34" charset="0"/>
                <a:cs typeface="Arial" panose="020B0604020202020204" pitchFamily="34" charset="0"/>
              </a:rPr>
              <a:t>Data Analysis</a:t>
            </a:r>
            <a:endParaRPr lang="ru-RU" sz="1200" dirty="0">
              <a:latin typeface="Arial" panose="020B0604020202020204" pitchFamily="34" charset="0"/>
              <a:cs typeface="Arial" panose="020B0604020202020204" pitchFamily="34" charset="0"/>
            </a:endParaRPr>
          </a:p>
        </p:txBody>
      </p:sp>
      <p:sp>
        <p:nvSpPr>
          <p:cNvPr id="3" name="Текст 2"/>
          <p:cNvSpPr>
            <a:spLocks noGrp="1"/>
          </p:cNvSpPr>
          <p:nvPr>
            <p:ph type="body" sz="quarter" idx="14"/>
          </p:nvPr>
        </p:nvSpPr>
        <p:spPr/>
        <p:txBody>
          <a:bodyPr vert="horz" lIns="0" tIns="0" rIns="0" bIns="0" rtlCol="0">
            <a:noAutofit/>
          </a:bodyPr>
          <a:lstStyle/>
          <a:p>
            <a:r>
              <a:rPr lang="fr-FR" sz="1200" dirty="0">
                <a:solidFill>
                  <a:schemeClr val="tx1"/>
                </a:solidFill>
                <a:latin typeface="Arial" panose="020B0604020202020204" pitchFamily="34" charset="0"/>
                <a:cs typeface="Arial" panose="020B0604020202020204" pitchFamily="34" charset="0"/>
              </a:rPr>
              <a:t>Lecture 9</a:t>
            </a:r>
            <a:endParaRPr lang="ru-RU" sz="1200" dirty="0">
              <a:solidFill>
                <a:schemeClr val="tx1"/>
              </a:solidFill>
              <a:latin typeface="Arial" panose="020B0604020202020204" pitchFamily="34" charset="0"/>
              <a:cs typeface="Arial" panose="020B0604020202020204" pitchFamily="34" charset="0"/>
            </a:endParaRPr>
          </a:p>
        </p:txBody>
      </p:sp>
      <p:sp>
        <p:nvSpPr>
          <p:cNvPr id="4" name="Заголовок 3"/>
          <p:cNvSpPr>
            <a:spLocks noGrp="1"/>
          </p:cNvSpPr>
          <p:nvPr>
            <p:ph type="title"/>
          </p:nvPr>
        </p:nvSpPr>
        <p:spPr>
          <a:xfrm>
            <a:off x="585897" y="1317158"/>
            <a:ext cx="11057955" cy="777025"/>
          </a:xfrm>
        </p:spPr>
        <p:txBody>
          <a:bodyPr>
            <a:noAutofit/>
          </a:bodyPr>
          <a:lstStyle/>
          <a:p>
            <a:r>
              <a:rPr lang="en-SL" sz="3700" b="1" dirty="0">
                <a:latin typeface="Arial" panose="020B0604020202020204" pitchFamily="34" charset="0"/>
                <a:cs typeface="Arial" panose="020B0604020202020204" pitchFamily="34" charset="0"/>
              </a:rPr>
              <a:t>Pooled </a:t>
            </a:r>
            <a:r>
              <a:rPr lang="en-US" sz="3700" b="1" dirty="0">
                <a:latin typeface="Arial" panose="020B0604020202020204" pitchFamily="34" charset="0"/>
                <a:cs typeface="Arial" panose="020B0604020202020204" pitchFamily="34" charset="0"/>
              </a:rPr>
              <a:t>model</a:t>
            </a:r>
            <a:endParaRPr lang="ru-RU" sz="3700" b="1" dirty="0">
              <a:latin typeface="Arial" panose="020B0604020202020204" pitchFamily="34" charset="0"/>
              <a:cs typeface="Arial" panose="020B0604020202020204" pitchFamily="34" charset="0"/>
            </a:endParaRPr>
          </a:p>
        </p:txBody>
      </p:sp>
      <p:sp>
        <p:nvSpPr>
          <p:cNvPr id="5" name="Текст 4"/>
          <p:cNvSpPr>
            <a:spLocks noGrp="1"/>
          </p:cNvSpPr>
          <p:nvPr>
            <p:ph type="body" sz="quarter" idx="12"/>
          </p:nvPr>
        </p:nvSpPr>
        <p:spPr>
          <a:xfrm>
            <a:off x="718801" y="2274895"/>
            <a:ext cx="10792842" cy="4351373"/>
          </a:xfrm>
        </p:spPr>
        <p:txBody>
          <a:bodyPr numCol="1"/>
          <a:lstStyle/>
          <a:p>
            <a:pPr algn="just"/>
            <a:r>
              <a:rPr lang="en-SL" sz="2400" i="1" dirty="0">
                <a:solidFill>
                  <a:schemeClr val="bg2">
                    <a:lumMod val="10000"/>
                  </a:schemeClr>
                </a:solidFill>
                <a:latin typeface="Arial" panose="020B0604020202020204" pitchFamily="34" charset="0"/>
                <a:cs typeface="Arial" panose="020B0604020202020204" pitchFamily="34" charset="0"/>
              </a:rPr>
              <a:t>	</a:t>
            </a:r>
            <a:r>
              <a:rPr lang="en-US" sz="2400" i="1" dirty="0">
                <a:solidFill>
                  <a:schemeClr val="bg2">
                    <a:lumMod val="10000"/>
                  </a:schemeClr>
                </a:solidFill>
                <a:latin typeface="Arial" panose="020B0604020202020204" pitchFamily="34" charset="0"/>
                <a:cs typeface="Arial" panose="020B0604020202020204" pitchFamily="34" charset="0"/>
              </a:rPr>
              <a:t>Pooled model </a:t>
            </a:r>
            <a:r>
              <a:rPr lang="en-US" sz="2400" dirty="0">
                <a:solidFill>
                  <a:schemeClr val="bg2">
                    <a:lumMod val="10000"/>
                  </a:schemeClr>
                </a:solidFill>
                <a:latin typeface="Arial" panose="020B0604020202020204" pitchFamily="34" charset="0"/>
                <a:cs typeface="Arial" panose="020B0604020202020204" pitchFamily="34" charset="0"/>
              </a:rPr>
              <a:t>can be described as simple regression model that is performed on panel data. It ignores time and individual characteristics and focuses only on dependencies </a:t>
            </a:r>
            <a:r>
              <a:rPr lang="en-US" sz="2400" b="1" dirty="0">
                <a:solidFill>
                  <a:schemeClr val="bg2">
                    <a:lumMod val="10000"/>
                  </a:schemeClr>
                </a:solidFill>
                <a:latin typeface="Arial" panose="020B0604020202020204" pitchFamily="34" charset="0"/>
                <a:cs typeface="Arial" panose="020B0604020202020204" pitchFamily="34" charset="0"/>
              </a:rPr>
              <a:t>between </a:t>
            </a:r>
            <a:r>
              <a:rPr lang="en-US" sz="2400" dirty="0">
                <a:solidFill>
                  <a:schemeClr val="bg2">
                    <a:lumMod val="10000"/>
                  </a:schemeClr>
                </a:solidFill>
                <a:latin typeface="Arial" panose="020B0604020202020204" pitchFamily="34" charset="0"/>
                <a:cs typeface="Arial" panose="020B0604020202020204" pitchFamily="34" charset="0"/>
              </a:rPr>
              <a:t>the </a:t>
            </a:r>
            <a:r>
              <a:rPr lang="en-US" sz="2400" dirty="0" err="1">
                <a:solidFill>
                  <a:schemeClr val="bg2">
                    <a:lumMod val="10000"/>
                  </a:schemeClr>
                </a:solidFill>
                <a:latin typeface="Arial" panose="020B0604020202020204" pitchFamily="34" charset="0"/>
                <a:cs typeface="Arial" panose="020B0604020202020204" pitchFamily="34" charset="0"/>
              </a:rPr>
              <a:t>individuums</a:t>
            </a:r>
            <a:r>
              <a:rPr lang="en-US" sz="2400" dirty="0">
                <a:solidFill>
                  <a:schemeClr val="bg2">
                    <a:lumMod val="10000"/>
                  </a:schemeClr>
                </a:solidFill>
                <a:latin typeface="Arial" panose="020B0604020202020204" pitchFamily="34" charset="0"/>
                <a:cs typeface="Arial" panose="020B0604020202020204" pitchFamily="34" charset="0"/>
              </a:rPr>
              <a:t>. </a:t>
            </a:r>
          </a:p>
          <a:p>
            <a:pPr algn="just"/>
            <a:endParaRPr lang="en-US" sz="200" dirty="0">
              <a:solidFill>
                <a:schemeClr val="bg2">
                  <a:lumMod val="10000"/>
                </a:schemeClr>
              </a:solidFill>
              <a:latin typeface="Arial" panose="020B0604020202020204" pitchFamily="34" charset="0"/>
              <a:cs typeface="Arial" panose="020B0604020202020204" pitchFamily="34" charset="0"/>
            </a:endParaRPr>
          </a:p>
          <a:p>
            <a:pPr algn="just"/>
            <a:endParaRPr lang="ru-RU" sz="2400" dirty="0">
              <a:solidFill>
                <a:schemeClr val="bg2">
                  <a:lumMod val="10000"/>
                </a:schemeClr>
              </a:solidFill>
              <a:latin typeface="Arial" panose="020B0604020202020204" pitchFamily="34" charset="0"/>
              <a:cs typeface="Arial" panose="020B0604020202020204" pitchFamily="34" charset="0"/>
            </a:endParaRPr>
          </a:p>
        </p:txBody>
      </p:sp>
      <p:sp>
        <p:nvSpPr>
          <p:cNvPr id="6" name="Текст 5"/>
          <p:cNvSpPr>
            <a:spLocks noGrp="1"/>
          </p:cNvSpPr>
          <p:nvPr>
            <p:ph type="body" sz="quarter" idx="15"/>
          </p:nvPr>
        </p:nvSpPr>
        <p:spPr/>
        <p:txBody>
          <a:bodyPr vert="horz" lIns="0" tIns="0" rIns="0" bIns="0" rtlCol="0">
            <a:noAutofit/>
          </a:bodyPr>
          <a:lstStyle/>
          <a:p>
            <a:r>
              <a:rPr lang="fr-FR" sz="1200" dirty="0">
                <a:solidFill>
                  <a:schemeClr val="tx1"/>
                </a:solidFill>
                <a:latin typeface="Arial" panose="020B0604020202020204" pitchFamily="34" charset="0"/>
                <a:cs typeface="Arial" panose="020B0604020202020204" pitchFamily="34" charset="0"/>
              </a:rPr>
              <a:t>Panel Data Analysis</a:t>
            </a:r>
            <a:endParaRPr lang="ru-RU" sz="12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264685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p:cNvSpPr>
            <a:spLocks noGrp="1"/>
          </p:cNvSpPr>
          <p:nvPr>
            <p:ph type="body" sz="quarter" idx="13"/>
          </p:nvPr>
        </p:nvSpPr>
        <p:spPr>
          <a:xfrm>
            <a:off x="1143689" y="540904"/>
            <a:ext cx="2024054" cy="415925"/>
          </a:xfrm>
        </p:spPr>
        <p:txBody>
          <a:bodyPr/>
          <a:lstStyle/>
          <a:p>
            <a:r>
              <a:rPr lang="fr-FR" sz="1200" dirty="0">
                <a:latin typeface="Arial" panose="020B0604020202020204" pitchFamily="34" charset="0"/>
                <a:cs typeface="Arial" panose="020B0604020202020204" pitchFamily="34" charset="0"/>
              </a:rPr>
              <a:t>Data Analysis</a:t>
            </a:r>
            <a:endParaRPr lang="ru-RU" sz="1200" dirty="0">
              <a:latin typeface="Arial" panose="020B0604020202020204" pitchFamily="34" charset="0"/>
              <a:cs typeface="Arial" panose="020B0604020202020204" pitchFamily="34" charset="0"/>
            </a:endParaRPr>
          </a:p>
        </p:txBody>
      </p:sp>
      <p:sp>
        <p:nvSpPr>
          <p:cNvPr id="3" name="Текст 2"/>
          <p:cNvSpPr>
            <a:spLocks noGrp="1"/>
          </p:cNvSpPr>
          <p:nvPr>
            <p:ph type="body" sz="quarter" idx="14"/>
          </p:nvPr>
        </p:nvSpPr>
        <p:spPr/>
        <p:txBody>
          <a:bodyPr vert="horz" lIns="0" tIns="0" rIns="0" bIns="0" rtlCol="0">
            <a:noAutofit/>
          </a:bodyPr>
          <a:lstStyle/>
          <a:p>
            <a:r>
              <a:rPr lang="fr-FR" sz="1200" dirty="0">
                <a:solidFill>
                  <a:schemeClr val="tx1"/>
                </a:solidFill>
                <a:latin typeface="Arial" panose="020B0604020202020204" pitchFamily="34" charset="0"/>
                <a:cs typeface="Arial" panose="020B0604020202020204" pitchFamily="34" charset="0"/>
              </a:rPr>
              <a:t>Lecture 9</a:t>
            </a:r>
            <a:endParaRPr lang="ru-RU" sz="1200" dirty="0">
              <a:solidFill>
                <a:schemeClr val="tx1"/>
              </a:solidFill>
              <a:latin typeface="Arial" panose="020B0604020202020204" pitchFamily="34" charset="0"/>
              <a:cs typeface="Arial" panose="020B0604020202020204" pitchFamily="34" charset="0"/>
            </a:endParaRPr>
          </a:p>
        </p:txBody>
      </p:sp>
      <p:sp>
        <p:nvSpPr>
          <p:cNvPr id="4" name="Заголовок 3"/>
          <p:cNvSpPr>
            <a:spLocks noGrp="1"/>
          </p:cNvSpPr>
          <p:nvPr>
            <p:ph type="title"/>
          </p:nvPr>
        </p:nvSpPr>
        <p:spPr>
          <a:xfrm>
            <a:off x="585897" y="1317158"/>
            <a:ext cx="11057955" cy="777025"/>
          </a:xfrm>
        </p:spPr>
        <p:txBody>
          <a:bodyPr>
            <a:noAutofit/>
          </a:bodyPr>
          <a:lstStyle/>
          <a:p>
            <a:r>
              <a:rPr lang="en-US" sz="3700" b="1" dirty="0">
                <a:latin typeface="Arial" panose="020B0604020202020204" pitchFamily="34" charset="0"/>
                <a:cs typeface="Arial" panose="020B0604020202020204" pitchFamily="34" charset="0"/>
              </a:rPr>
              <a:t>Fixed-Effects (FE) Model</a:t>
            </a:r>
            <a:endParaRPr lang="ru-RU" sz="3700" b="1" dirty="0">
              <a:latin typeface="Arial" panose="020B0604020202020204" pitchFamily="34" charset="0"/>
              <a:cs typeface="Arial" panose="020B0604020202020204" pitchFamily="34" charset="0"/>
            </a:endParaRPr>
          </a:p>
        </p:txBody>
      </p:sp>
      <p:sp>
        <p:nvSpPr>
          <p:cNvPr id="5" name="Текст 4"/>
          <p:cNvSpPr>
            <a:spLocks noGrp="1"/>
          </p:cNvSpPr>
          <p:nvPr>
            <p:ph type="body" sz="quarter" idx="12"/>
          </p:nvPr>
        </p:nvSpPr>
        <p:spPr>
          <a:xfrm>
            <a:off x="718801" y="2274895"/>
            <a:ext cx="10792842" cy="4376426"/>
          </a:xfrm>
        </p:spPr>
        <p:txBody>
          <a:bodyPr numCol="1"/>
          <a:lstStyle/>
          <a:p>
            <a:pPr algn="just"/>
            <a:r>
              <a:rPr lang="en-SL" sz="2400" i="1" dirty="0">
                <a:solidFill>
                  <a:schemeClr val="bg2">
                    <a:lumMod val="10000"/>
                  </a:schemeClr>
                </a:solidFill>
                <a:latin typeface="Arial" panose="020B0604020202020204" pitchFamily="34" charset="0"/>
                <a:cs typeface="Arial" panose="020B0604020202020204" pitchFamily="34" charset="0"/>
              </a:rPr>
              <a:t>	</a:t>
            </a:r>
            <a:r>
              <a:rPr lang="en-US" sz="2400" dirty="0">
                <a:solidFill>
                  <a:schemeClr val="bg2">
                    <a:lumMod val="10000"/>
                  </a:schemeClr>
                </a:solidFill>
                <a:latin typeface="Arial" panose="020B0604020202020204" pitchFamily="34" charset="0"/>
                <a:cs typeface="Arial" panose="020B0604020202020204" pitchFamily="34" charset="0"/>
              </a:rPr>
              <a:t>FE-model determines individual effects of unobserved, independent variables as constant (“fix“) over time. </a:t>
            </a:r>
          </a:p>
          <a:p>
            <a:endParaRPr lang="en" sz="1600" dirty="0">
              <a:solidFill>
                <a:schemeClr val="bg2">
                  <a:lumMod val="10000"/>
                </a:schemeClr>
              </a:solidFill>
              <a:latin typeface="Arial" panose="020B0604020202020204" pitchFamily="34" charset="0"/>
            </a:endParaRPr>
          </a:p>
          <a:p>
            <a:pPr algn="just"/>
            <a:endParaRPr lang="ru-RU" sz="2400" dirty="0">
              <a:solidFill>
                <a:schemeClr val="bg2">
                  <a:lumMod val="10000"/>
                </a:schemeClr>
              </a:solidFill>
              <a:latin typeface="Arial" panose="020B0604020202020204" pitchFamily="34" charset="0"/>
              <a:cs typeface="Arial" panose="020B0604020202020204" pitchFamily="34" charset="0"/>
            </a:endParaRPr>
          </a:p>
        </p:txBody>
      </p:sp>
      <p:sp>
        <p:nvSpPr>
          <p:cNvPr id="6" name="Текст 5"/>
          <p:cNvSpPr>
            <a:spLocks noGrp="1"/>
          </p:cNvSpPr>
          <p:nvPr>
            <p:ph type="body" sz="quarter" idx="15"/>
          </p:nvPr>
        </p:nvSpPr>
        <p:spPr/>
        <p:txBody>
          <a:bodyPr vert="horz" lIns="0" tIns="0" rIns="0" bIns="0" rtlCol="0">
            <a:noAutofit/>
          </a:bodyPr>
          <a:lstStyle/>
          <a:p>
            <a:r>
              <a:rPr lang="fr-FR" sz="1200" dirty="0">
                <a:solidFill>
                  <a:schemeClr val="tx1"/>
                </a:solidFill>
                <a:latin typeface="Arial" panose="020B0604020202020204" pitchFamily="34" charset="0"/>
                <a:cs typeface="Arial" panose="020B0604020202020204" pitchFamily="34" charset="0"/>
              </a:rPr>
              <a:t>Panel Data Analysis</a:t>
            </a:r>
            <a:endParaRPr lang="ru-RU" sz="12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341236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p:cNvSpPr>
            <a:spLocks noGrp="1"/>
          </p:cNvSpPr>
          <p:nvPr>
            <p:ph type="body" sz="quarter" idx="13"/>
          </p:nvPr>
        </p:nvSpPr>
        <p:spPr>
          <a:xfrm>
            <a:off x="1143689" y="540904"/>
            <a:ext cx="2024054" cy="415925"/>
          </a:xfrm>
        </p:spPr>
        <p:txBody>
          <a:bodyPr/>
          <a:lstStyle/>
          <a:p>
            <a:r>
              <a:rPr lang="fr-FR" sz="1200" dirty="0">
                <a:latin typeface="Arial" panose="020B0604020202020204" pitchFamily="34" charset="0"/>
                <a:cs typeface="Arial" panose="020B0604020202020204" pitchFamily="34" charset="0"/>
              </a:rPr>
              <a:t>Data Analysis</a:t>
            </a:r>
            <a:endParaRPr lang="ru-RU" sz="1200" dirty="0">
              <a:latin typeface="Arial" panose="020B0604020202020204" pitchFamily="34" charset="0"/>
              <a:cs typeface="Arial" panose="020B0604020202020204" pitchFamily="34" charset="0"/>
            </a:endParaRPr>
          </a:p>
        </p:txBody>
      </p:sp>
      <p:sp>
        <p:nvSpPr>
          <p:cNvPr id="3" name="Текст 2"/>
          <p:cNvSpPr>
            <a:spLocks noGrp="1"/>
          </p:cNvSpPr>
          <p:nvPr>
            <p:ph type="body" sz="quarter" idx="14"/>
          </p:nvPr>
        </p:nvSpPr>
        <p:spPr/>
        <p:txBody>
          <a:bodyPr vert="horz" lIns="0" tIns="0" rIns="0" bIns="0" rtlCol="0">
            <a:noAutofit/>
          </a:bodyPr>
          <a:lstStyle/>
          <a:p>
            <a:r>
              <a:rPr lang="fr-FR" sz="1200" dirty="0">
                <a:solidFill>
                  <a:schemeClr val="tx1"/>
                </a:solidFill>
                <a:latin typeface="Arial" panose="020B0604020202020204" pitchFamily="34" charset="0"/>
                <a:cs typeface="Arial" panose="020B0604020202020204" pitchFamily="34" charset="0"/>
              </a:rPr>
              <a:t>Lecture 9</a:t>
            </a:r>
            <a:endParaRPr lang="ru-RU" sz="1200" dirty="0">
              <a:solidFill>
                <a:schemeClr val="tx1"/>
              </a:solidFill>
              <a:latin typeface="Arial" panose="020B0604020202020204" pitchFamily="34" charset="0"/>
              <a:cs typeface="Arial" panose="020B0604020202020204" pitchFamily="34" charset="0"/>
            </a:endParaRPr>
          </a:p>
        </p:txBody>
      </p:sp>
      <p:sp>
        <p:nvSpPr>
          <p:cNvPr id="4" name="Заголовок 3"/>
          <p:cNvSpPr>
            <a:spLocks noGrp="1"/>
          </p:cNvSpPr>
          <p:nvPr>
            <p:ph type="title"/>
          </p:nvPr>
        </p:nvSpPr>
        <p:spPr>
          <a:xfrm>
            <a:off x="585897" y="1317158"/>
            <a:ext cx="11057955" cy="777025"/>
          </a:xfrm>
        </p:spPr>
        <p:txBody>
          <a:bodyPr>
            <a:noAutofit/>
          </a:bodyPr>
          <a:lstStyle/>
          <a:p>
            <a:r>
              <a:rPr lang="en-US" sz="3700" b="1" dirty="0">
                <a:latin typeface="Arial" panose="020B0604020202020204" pitchFamily="34" charset="0"/>
                <a:cs typeface="Arial" panose="020B0604020202020204" pitchFamily="34" charset="0"/>
              </a:rPr>
              <a:t>Random-Effects (RE) Model</a:t>
            </a:r>
            <a:endParaRPr lang="ru-RU" sz="3700" b="1" dirty="0">
              <a:latin typeface="Arial" panose="020B0604020202020204" pitchFamily="34" charset="0"/>
              <a:cs typeface="Arial" panose="020B0604020202020204" pitchFamily="34" charset="0"/>
            </a:endParaRPr>
          </a:p>
        </p:txBody>
      </p:sp>
      <p:sp>
        <p:nvSpPr>
          <p:cNvPr id="5" name="Текст 4"/>
          <p:cNvSpPr>
            <a:spLocks noGrp="1"/>
          </p:cNvSpPr>
          <p:nvPr>
            <p:ph type="body" sz="quarter" idx="12"/>
          </p:nvPr>
        </p:nvSpPr>
        <p:spPr>
          <a:xfrm>
            <a:off x="718801" y="2274895"/>
            <a:ext cx="10792842" cy="3848315"/>
          </a:xfrm>
        </p:spPr>
        <p:txBody>
          <a:bodyPr numCol="1"/>
          <a:lstStyle/>
          <a:p>
            <a:r>
              <a:rPr lang="en-SL" sz="2400" i="1" dirty="0">
                <a:solidFill>
                  <a:schemeClr val="bg2">
                    <a:lumMod val="10000"/>
                  </a:schemeClr>
                </a:solidFill>
                <a:latin typeface="Arial" panose="020B0604020202020204" pitchFamily="34" charset="0"/>
                <a:cs typeface="Arial" panose="020B0604020202020204" pitchFamily="34" charset="0"/>
              </a:rPr>
              <a:t>	</a:t>
            </a:r>
            <a:r>
              <a:rPr lang="en-US" sz="2400" dirty="0">
                <a:solidFill>
                  <a:schemeClr val="bg2">
                    <a:lumMod val="10000"/>
                  </a:schemeClr>
                </a:solidFill>
                <a:latin typeface="Arial" panose="020B0604020202020204" pitchFamily="34" charset="0"/>
                <a:cs typeface="Arial" panose="020B0604020202020204" pitchFamily="34" charset="0"/>
              </a:rPr>
              <a:t>RE-models determine individual effects of unobserved, independent variables as random variables over time. </a:t>
            </a:r>
            <a:endParaRPr lang="en" sz="2400" b="1" dirty="0"/>
          </a:p>
          <a:p>
            <a:pPr algn="just"/>
            <a:endParaRPr lang="ru-RU" sz="2400" dirty="0">
              <a:solidFill>
                <a:schemeClr val="bg2">
                  <a:lumMod val="10000"/>
                </a:schemeClr>
              </a:solidFill>
              <a:latin typeface="Arial" panose="020B0604020202020204" pitchFamily="34" charset="0"/>
              <a:cs typeface="Arial" panose="020B0604020202020204" pitchFamily="34" charset="0"/>
            </a:endParaRPr>
          </a:p>
        </p:txBody>
      </p:sp>
      <p:sp>
        <p:nvSpPr>
          <p:cNvPr id="6" name="Текст 5"/>
          <p:cNvSpPr>
            <a:spLocks noGrp="1"/>
          </p:cNvSpPr>
          <p:nvPr>
            <p:ph type="body" sz="quarter" idx="15"/>
          </p:nvPr>
        </p:nvSpPr>
        <p:spPr/>
        <p:txBody>
          <a:bodyPr vert="horz" lIns="0" tIns="0" rIns="0" bIns="0" rtlCol="0">
            <a:noAutofit/>
          </a:bodyPr>
          <a:lstStyle/>
          <a:p>
            <a:r>
              <a:rPr lang="fr-FR" sz="1200" dirty="0">
                <a:solidFill>
                  <a:schemeClr val="tx1"/>
                </a:solidFill>
                <a:latin typeface="Arial" panose="020B0604020202020204" pitchFamily="34" charset="0"/>
                <a:cs typeface="Arial" panose="020B0604020202020204" pitchFamily="34" charset="0"/>
              </a:rPr>
              <a:t>Panel Data Analysis</a:t>
            </a:r>
            <a:endParaRPr lang="ru-RU" sz="12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293817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p:cNvSpPr>
            <a:spLocks noGrp="1"/>
          </p:cNvSpPr>
          <p:nvPr>
            <p:ph type="body" sz="quarter" idx="13"/>
          </p:nvPr>
        </p:nvSpPr>
        <p:spPr>
          <a:xfrm>
            <a:off x="1143689" y="540904"/>
            <a:ext cx="2024054" cy="415925"/>
          </a:xfrm>
        </p:spPr>
        <p:txBody>
          <a:bodyPr/>
          <a:lstStyle/>
          <a:p>
            <a:r>
              <a:rPr lang="fr-FR" sz="1200" dirty="0">
                <a:latin typeface="Arial" panose="020B0604020202020204" pitchFamily="34" charset="0"/>
                <a:cs typeface="Arial" panose="020B0604020202020204" pitchFamily="34" charset="0"/>
              </a:rPr>
              <a:t>Data Analysis</a:t>
            </a:r>
            <a:endParaRPr lang="ru-RU" sz="1200" dirty="0">
              <a:latin typeface="Arial" panose="020B0604020202020204" pitchFamily="34" charset="0"/>
              <a:cs typeface="Arial" panose="020B0604020202020204" pitchFamily="34" charset="0"/>
            </a:endParaRPr>
          </a:p>
        </p:txBody>
      </p:sp>
      <p:sp>
        <p:nvSpPr>
          <p:cNvPr id="3" name="Текст 2"/>
          <p:cNvSpPr>
            <a:spLocks noGrp="1"/>
          </p:cNvSpPr>
          <p:nvPr>
            <p:ph type="body" sz="quarter" idx="14"/>
          </p:nvPr>
        </p:nvSpPr>
        <p:spPr/>
        <p:txBody>
          <a:bodyPr vert="horz" lIns="0" tIns="0" rIns="0" bIns="0" rtlCol="0">
            <a:noAutofit/>
          </a:bodyPr>
          <a:lstStyle/>
          <a:p>
            <a:r>
              <a:rPr lang="fr-FR" sz="1200" dirty="0">
                <a:solidFill>
                  <a:schemeClr val="tx1"/>
                </a:solidFill>
                <a:latin typeface="Arial" panose="020B0604020202020204" pitchFamily="34" charset="0"/>
                <a:cs typeface="Arial" panose="020B0604020202020204" pitchFamily="34" charset="0"/>
              </a:rPr>
              <a:t>Lecture 9</a:t>
            </a:r>
            <a:endParaRPr lang="ru-RU" sz="1200" dirty="0">
              <a:solidFill>
                <a:schemeClr val="tx1"/>
              </a:solidFill>
              <a:latin typeface="Arial" panose="020B0604020202020204" pitchFamily="34" charset="0"/>
              <a:cs typeface="Arial" panose="020B0604020202020204" pitchFamily="34" charset="0"/>
            </a:endParaRPr>
          </a:p>
        </p:txBody>
      </p:sp>
      <p:sp>
        <p:nvSpPr>
          <p:cNvPr id="4" name="Заголовок 3"/>
          <p:cNvSpPr>
            <a:spLocks noGrp="1"/>
          </p:cNvSpPr>
          <p:nvPr>
            <p:ph type="title"/>
          </p:nvPr>
        </p:nvSpPr>
        <p:spPr>
          <a:xfrm>
            <a:off x="585897" y="1317158"/>
            <a:ext cx="11057955" cy="777025"/>
          </a:xfrm>
        </p:spPr>
        <p:txBody>
          <a:bodyPr>
            <a:noAutofit/>
          </a:bodyPr>
          <a:lstStyle/>
          <a:p>
            <a:r>
              <a:rPr lang="en-US" sz="3700" b="1" dirty="0">
                <a:latin typeface="Arial" panose="020B0604020202020204" pitchFamily="34" charset="0"/>
                <a:cs typeface="Arial" panose="020B0604020202020204" pitchFamily="34" charset="0"/>
              </a:rPr>
              <a:t>Least Squares Dummy Variables model</a:t>
            </a:r>
            <a:endParaRPr lang="ru-RU" sz="3700" b="1" dirty="0">
              <a:latin typeface="Arial" panose="020B0604020202020204" pitchFamily="34" charset="0"/>
              <a:cs typeface="Arial" panose="020B0604020202020204" pitchFamily="34" charset="0"/>
            </a:endParaRPr>
          </a:p>
        </p:txBody>
      </p:sp>
      <p:sp>
        <p:nvSpPr>
          <p:cNvPr id="5" name="Текст 4"/>
          <p:cNvSpPr>
            <a:spLocks noGrp="1"/>
          </p:cNvSpPr>
          <p:nvPr>
            <p:ph type="body" sz="quarter" idx="12"/>
          </p:nvPr>
        </p:nvSpPr>
        <p:spPr>
          <a:xfrm>
            <a:off x="718801" y="4630986"/>
            <a:ext cx="10792842" cy="1772436"/>
          </a:xfrm>
        </p:spPr>
        <p:txBody>
          <a:bodyPr numCol="1"/>
          <a:lstStyle/>
          <a:p>
            <a:pPr algn="just"/>
            <a:r>
              <a:rPr lang="en-US" sz="2400" dirty="0">
                <a:solidFill>
                  <a:schemeClr val="bg2">
                    <a:lumMod val="10000"/>
                  </a:schemeClr>
                </a:solidFill>
              </a:rPr>
              <a:t>	</a:t>
            </a:r>
            <a:r>
              <a:rPr lang="en-US" sz="2400" dirty="0">
                <a:solidFill>
                  <a:schemeClr val="bg2">
                    <a:lumMod val="10000"/>
                  </a:schemeClr>
                </a:solidFill>
                <a:latin typeface="Arial" panose="020B0604020202020204" pitchFamily="34" charset="0"/>
                <a:cs typeface="Arial" panose="020B0604020202020204" pitchFamily="34" charset="0"/>
              </a:rPr>
              <a:t>In this approach, instead of using the first differences, we can add </a:t>
            </a:r>
            <a:r>
              <a:rPr lang="en-US" sz="2400" b="1" dirty="0">
                <a:solidFill>
                  <a:schemeClr val="bg2">
                    <a:lumMod val="10000"/>
                  </a:schemeClr>
                </a:solidFill>
                <a:latin typeface="Arial" panose="020B0604020202020204" pitchFamily="34" charset="0"/>
                <a:cs typeface="Arial" panose="020B0604020202020204" pitchFamily="34" charset="0"/>
              </a:rPr>
              <a:t>several binary variables</a:t>
            </a:r>
            <a:r>
              <a:rPr lang="en-US" sz="2400" dirty="0">
                <a:solidFill>
                  <a:schemeClr val="bg2">
                    <a:lumMod val="10000"/>
                  </a:schemeClr>
                </a:solidFill>
                <a:latin typeface="Arial" panose="020B0604020202020204" pitchFamily="34" charset="0"/>
                <a:cs typeface="Arial" panose="020B0604020202020204" pitchFamily="34" charset="0"/>
              </a:rPr>
              <a:t> to the model. Thus, we get many dummy variables. One variable per each object (state).</a:t>
            </a:r>
          </a:p>
        </p:txBody>
      </p:sp>
      <p:sp>
        <p:nvSpPr>
          <p:cNvPr id="6" name="Текст 5"/>
          <p:cNvSpPr>
            <a:spLocks noGrp="1"/>
          </p:cNvSpPr>
          <p:nvPr>
            <p:ph type="body" sz="quarter" idx="15"/>
          </p:nvPr>
        </p:nvSpPr>
        <p:spPr/>
        <p:txBody>
          <a:bodyPr vert="horz" lIns="0" tIns="0" rIns="0" bIns="0" rtlCol="0">
            <a:noAutofit/>
          </a:bodyPr>
          <a:lstStyle/>
          <a:p>
            <a:r>
              <a:rPr lang="fr-FR" sz="1200" dirty="0">
                <a:solidFill>
                  <a:schemeClr val="tx1"/>
                </a:solidFill>
                <a:latin typeface="Arial" panose="020B0604020202020204" pitchFamily="34" charset="0"/>
                <a:cs typeface="Arial" panose="020B0604020202020204" pitchFamily="34" charset="0"/>
              </a:rPr>
              <a:t>Panel Data Analysis</a:t>
            </a:r>
            <a:endParaRPr lang="ru-RU" sz="1200" dirty="0">
              <a:solidFill>
                <a:schemeClr val="tx1"/>
              </a:solidFill>
              <a:latin typeface="Arial" panose="020B0604020202020204" pitchFamily="34" charset="0"/>
              <a:cs typeface="Arial" panose="020B0604020202020204" pitchFamily="34" charset="0"/>
            </a:endParaRPr>
          </a:p>
        </p:txBody>
      </p:sp>
      <p:pic>
        <p:nvPicPr>
          <p:cNvPr id="7" name="Рисунок 6" descr="Вырезка экрана"/>
          <p:cNvPicPr>
            <a:picLocks noChangeAspect="1"/>
          </p:cNvPicPr>
          <p:nvPr/>
        </p:nvPicPr>
        <p:blipFill rotWithShape="1">
          <a:blip r:embed="rId2">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val="0"/>
              </a:ext>
            </a:extLst>
          </a:blip>
          <a:srcRect t="22841" b="43595"/>
          <a:stretch/>
        </p:blipFill>
        <p:spPr>
          <a:xfrm>
            <a:off x="2564349" y="2448135"/>
            <a:ext cx="6696744" cy="1683419"/>
          </a:xfrm>
          <a:prstGeom prst="rect">
            <a:avLst/>
          </a:prstGeom>
        </p:spPr>
      </p:pic>
    </p:spTree>
    <p:extLst>
      <p:ext uri="{BB962C8B-B14F-4D97-AF65-F5344CB8AC3E}">
        <p14:creationId xmlns:p14="http://schemas.microsoft.com/office/powerpoint/2010/main" val="26792391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p:cNvSpPr>
            <a:spLocks noGrp="1"/>
          </p:cNvSpPr>
          <p:nvPr>
            <p:ph type="body" sz="quarter" idx="13"/>
          </p:nvPr>
        </p:nvSpPr>
        <p:spPr>
          <a:xfrm>
            <a:off x="1143689" y="540904"/>
            <a:ext cx="2024054" cy="415925"/>
          </a:xfrm>
        </p:spPr>
        <p:txBody>
          <a:bodyPr/>
          <a:lstStyle/>
          <a:p>
            <a:r>
              <a:rPr lang="fr-FR" sz="1200" dirty="0">
                <a:latin typeface="Arial" panose="020B0604020202020204" pitchFamily="34" charset="0"/>
                <a:cs typeface="Arial" panose="020B0604020202020204" pitchFamily="34" charset="0"/>
              </a:rPr>
              <a:t>Data Analysis</a:t>
            </a:r>
            <a:endParaRPr lang="ru-RU" sz="1200" dirty="0">
              <a:latin typeface="Arial" panose="020B0604020202020204" pitchFamily="34" charset="0"/>
              <a:cs typeface="Arial" panose="020B0604020202020204" pitchFamily="34" charset="0"/>
            </a:endParaRPr>
          </a:p>
        </p:txBody>
      </p:sp>
      <p:sp>
        <p:nvSpPr>
          <p:cNvPr id="3" name="Текст 2"/>
          <p:cNvSpPr>
            <a:spLocks noGrp="1"/>
          </p:cNvSpPr>
          <p:nvPr>
            <p:ph type="body" sz="quarter" idx="14"/>
          </p:nvPr>
        </p:nvSpPr>
        <p:spPr/>
        <p:txBody>
          <a:bodyPr vert="horz" lIns="0" tIns="0" rIns="0" bIns="0" rtlCol="0">
            <a:noAutofit/>
          </a:bodyPr>
          <a:lstStyle/>
          <a:p>
            <a:r>
              <a:rPr lang="fr-FR" sz="1200" dirty="0">
                <a:solidFill>
                  <a:schemeClr val="tx1"/>
                </a:solidFill>
                <a:latin typeface="Arial" panose="020B0604020202020204" pitchFamily="34" charset="0"/>
                <a:cs typeface="Arial" panose="020B0604020202020204" pitchFamily="34" charset="0"/>
              </a:rPr>
              <a:t>Lecture 9</a:t>
            </a:r>
            <a:endParaRPr lang="ru-RU" sz="1200" dirty="0">
              <a:solidFill>
                <a:schemeClr val="tx1"/>
              </a:solidFill>
              <a:latin typeface="Arial" panose="020B0604020202020204" pitchFamily="34" charset="0"/>
              <a:cs typeface="Arial" panose="020B0604020202020204" pitchFamily="34" charset="0"/>
            </a:endParaRPr>
          </a:p>
        </p:txBody>
      </p:sp>
      <p:sp>
        <p:nvSpPr>
          <p:cNvPr id="4" name="Заголовок 3"/>
          <p:cNvSpPr>
            <a:spLocks noGrp="1"/>
          </p:cNvSpPr>
          <p:nvPr>
            <p:ph type="title"/>
          </p:nvPr>
        </p:nvSpPr>
        <p:spPr>
          <a:xfrm>
            <a:off x="585897" y="1317158"/>
            <a:ext cx="11057955" cy="777025"/>
          </a:xfrm>
        </p:spPr>
        <p:txBody>
          <a:bodyPr>
            <a:noAutofit/>
          </a:bodyPr>
          <a:lstStyle/>
          <a:p>
            <a:r>
              <a:rPr lang="en-US" sz="3700" b="1" dirty="0">
                <a:latin typeface="Arial" panose="020B0604020202020204" pitchFamily="34" charset="0"/>
                <a:cs typeface="Arial" panose="020B0604020202020204" pitchFamily="34" charset="0"/>
              </a:rPr>
              <a:t>Least Squares Dummy Variables model</a:t>
            </a:r>
            <a:endParaRPr lang="ru-RU" sz="3700" b="1" dirty="0">
              <a:latin typeface="Arial" panose="020B0604020202020204" pitchFamily="34" charset="0"/>
              <a:cs typeface="Arial" panose="020B0604020202020204" pitchFamily="34" charset="0"/>
            </a:endParaRPr>
          </a:p>
        </p:txBody>
      </p:sp>
      <p:sp>
        <p:nvSpPr>
          <p:cNvPr id="5" name="Текст 4"/>
          <p:cNvSpPr>
            <a:spLocks noGrp="1"/>
          </p:cNvSpPr>
          <p:nvPr>
            <p:ph type="body" sz="quarter" idx="12"/>
          </p:nvPr>
        </p:nvSpPr>
        <p:spPr>
          <a:xfrm>
            <a:off x="718801" y="4323286"/>
            <a:ext cx="10792842" cy="1772436"/>
          </a:xfrm>
        </p:spPr>
        <p:txBody>
          <a:bodyPr numCol="1"/>
          <a:lstStyle/>
          <a:p>
            <a:pPr algn="just"/>
            <a:r>
              <a:rPr lang="en-US" sz="2400" dirty="0">
                <a:solidFill>
                  <a:schemeClr val="bg2">
                    <a:lumMod val="10000"/>
                  </a:schemeClr>
                </a:solidFill>
              </a:rPr>
              <a:t>	</a:t>
            </a:r>
            <a:r>
              <a:rPr lang="ru-RU" sz="2400" dirty="0">
                <a:solidFill>
                  <a:schemeClr val="bg2">
                    <a:lumMod val="10000"/>
                  </a:schemeClr>
                </a:solidFill>
                <a:latin typeface="Arial" panose="020B0604020202020204" pitchFamily="34" charset="0"/>
                <a:cs typeface="Arial" panose="020B0604020202020204" pitchFamily="34" charset="0"/>
              </a:rPr>
              <a:t> </a:t>
            </a:r>
            <a:r>
              <a:rPr lang="en-US" sz="2400" dirty="0">
                <a:solidFill>
                  <a:schemeClr val="bg2">
                    <a:lumMod val="10000"/>
                  </a:schemeClr>
                </a:solidFill>
                <a:latin typeface="Arial" panose="020B0604020202020204" pitchFamily="34" charset="0"/>
                <a:cs typeface="Arial" panose="020B0604020202020204" pitchFamily="34" charset="0"/>
              </a:rPr>
              <a:t>If we add them to the equation together with the regressors, we get a new equation, in which there will be all the original regressors and </a:t>
            </a:r>
            <a:r>
              <a:rPr lang="en-US" sz="2400" b="1" dirty="0">
                <a:solidFill>
                  <a:schemeClr val="bg2">
                    <a:lumMod val="10000"/>
                  </a:schemeClr>
                </a:solidFill>
                <a:latin typeface="Arial" panose="020B0604020202020204" pitchFamily="34" charset="0"/>
                <a:cs typeface="Arial" panose="020B0604020202020204" pitchFamily="34" charset="0"/>
              </a:rPr>
              <a:t>dummy variables, each of which is responsible for its own object</a:t>
            </a:r>
            <a:r>
              <a:rPr lang="en-US" sz="2400" dirty="0">
                <a:solidFill>
                  <a:schemeClr val="bg2">
                    <a:lumMod val="10000"/>
                  </a:schemeClr>
                </a:solidFill>
                <a:latin typeface="Arial" panose="020B0604020202020204" pitchFamily="34" charset="0"/>
                <a:cs typeface="Arial" panose="020B0604020202020204" pitchFamily="34" charset="0"/>
              </a:rPr>
              <a:t>, for example, for its own state. And these variables will allow us to take into account the individual characteristics of the objects of study.</a:t>
            </a:r>
            <a:r>
              <a:rPr lang="ru-RU" sz="2400" dirty="0">
                <a:solidFill>
                  <a:schemeClr val="bg2">
                    <a:lumMod val="10000"/>
                  </a:schemeClr>
                </a:solidFill>
                <a:latin typeface="Arial" panose="020B0604020202020204" pitchFamily="34" charset="0"/>
                <a:cs typeface="Arial" panose="020B0604020202020204" pitchFamily="34" charset="0"/>
              </a:rPr>
              <a:t>     </a:t>
            </a:r>
            <a:endParaRPr lang="en-US" sz="2400" dirty="0">
              <a:solidFill>
                <a:schemeClr val="bg2">
                  <a:lumMod val="10000"/>
                </a:schemeClr>
              </a:solidFill>
              <a:latin typeface="Arial" panose="020B0604020202020204" pitchFamily="34" charset="0"/>
              <a:cs typeface="Arial" panose="020B0604020202020204" pitchFamily="34" charset="0"/>
            </a:endParaRPr>
          </a:p>
        </p:txBody>
      </p:sp>
      <p:sp>
        <p:nvSpPr>
          <p:cNvPr id="6" name="Текст 5"/>
          <p:cNvSpPr>
            <a:spLocks noGrp="1"/>
          </p:cNvSpPr>
          <p:nvPr>
            <p:ph type="body" sz="quarter" idx="15"/>
          </p:nvPr>
        </p:nvSpPr>
        <p:spPr/>
        <p:txBody>
          <a:bodyPr vert="horz" lIns="0" tIns="0" rIns="0" bIns="0" rtlCol="0">
            <a:noAutofit/>
          </a:bodyPr>
          <a:lstStyle/>
          <a:p>
            <a:r>
              <a:rPr lang="fr-FR" sz="1200" dirty="0">
                <a:solidFill>
                  <a:schemeClr val="tx1"/>
                </a:solidFill>
                <a:latin typeface="Arial" panose="020B0604020202020204" pitchFamily="34" charset="0"/>
                <a:cs typeface="Arial" panose="020B0604020202020204" pitchFamily="34" charset="0"/>
              </a:rPr>
              <a:t>Panel Data Analysis</a:t>
            </a:r>
            <a:endParaRPr lang="ru-RU" sz="1200" dirty="0">
              <a:solidFill>
                <a:schemeClr val="tx1"/>
              </a:solidFill>
              <a:latin typeface="Arial" panose="020B0604020202020204" pitchFamily="34" charset="0"/>
              <a:cs typeface="Arial" panose="020B0604020202020204" pitchFamily="34" charset="0"/>
            </a:endParaRPr>
          </a:p>
        </p:txBody>
      </p:sp>
      <p:pic>
        <p:nvPicPr>
          <p:cNvPr id="10" name="Рисунок 9" descr="Вырезка экрана"/>
          <p:cNvPicPr>
            <a:picLocks noChangeAspect="1"/>
          </p:cNvPicPr>
          <p:nvPr/>
        </p:nvPicPr>
        <p:blipFill rotWithShape="1">
          <a:blip r:embed="rId2">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val="0"/>
              </a:ext>
            </a:extLst>
          </a:blip>
          <a:srcRect l="2569" t="84269" r="5839" b="1715"/>
          <a:stretch/>
        </p:blipFill>
        <p:spPr>
          <a:xfrm>
            <a:off x="1878876" y="3423411"/>
            <a:ext cx="7604337" cy="426032"/>
          </a:xfrm>
          <a:prstGeom prst="rect">
            <a:avLst/>
          </a:prstGeom>
        </p:spPr>
      </p:pic>
      <p:pic>
        <p:nvPicPr>
          <p:cNvPr id="11" name="Рисунок 10" descr="Вырезка экрана"/>
          <p:cNvPicPr>
            <a:picLocks noChangeAspect="1"/>
          </p:cNvPicPr>
          <p:nvPr/>
        </p:nvPicPr>
        <p:blipFill rotWithShape="1">
          <a:blip r:embed="rId2">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val="0"/>
              </a:ext>
            </a:extLst>
          </a:blip>
          <a:srcRect l="2569" t="17305" r="5839" b="42205"/>
          <a:stretch/>
        </p:blipFill>
        <p:spPr>
          <a:xfrm>
            <a:off x="1977978" y="2184031"/>
            <a:ext cx="7604334" cy="1230722"/>
          </a:xfrm>
          <a:prstGeom prst="rect">
            <a:avLst/>
          </a:prstGeom>
        </p:spPr>
      </p:pic>
    </p:spTree>
    <p:extLst>
      <p:ext uri="{BB962C8B-B14F-4D97-AF65-F5344CB8AC3E}">
        <p14:creationId xmlns:p14="http://schemas.microsoft.com/office/powerpoint/2010/main" val="42267962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p:cNvSpPr>
            <a:spLocks noGrp="1"/>
          </p:cNvSpPr>
          <p:nvPr>
            <p:ph type="body" sz="quarter" idx="13"/>
          </p:nvPr>
        </p:nvSpPr>
        <p:spPr>
          <a:xfrm>
            <a:off x="1143689" y="540904"/>
            <a:ext cx="2024054" cy="415925"/>
          </a:xfrm>
        </p:spPr>
        <p:txBody>
          <a:bodyPr/>
          <a:lstStyle/>
          <a:p>
            <a:r>
              <a:rPr lang="fr-FR" sz="1200" dirty="0">
                <a:latin typeface="Arial" panose="020B0604020202020204" pitchFamily="34" charset="0"/>
                <a:cs typeface="Arial" panose="020B0604020202020204" pitchFamily="34" charset="0"/>
              </a:rPr>
              <a:t>Data Analysis</a:t>
            </a:r>
            <a:endParaRPr lang="ru-RU" sz="1200" dirty="0">
              <a:latin typeface="Arial" panose="020B0604020202020204" pitchFamily="34" charset="0"/>
              <a:cs typeface="Arial" panose="020B0604020202020204" pitchFamily="34" charset="0"/>
            </a:endParaRPr>
          </a:p>
        </p:txBody>
      </p:sp>
      <p:sp>
        <p:nvSpPr>
          <p:cNvPr id="3" name="Текст 2"/>
          <p:cNvSpPr>
            <a:spLocks noGrp="1"/>
          </p:cNvSpPr>
          <p:nvPr>
            <p:ph type="body" sz="quarter" idx="14"/>
          </p:nvPr>
        </p:nvSpPr>
        <p:spPr/>
        <p:txBody>
          <a:bodyPr vert="horz" lIns="0" tIns="0" rIns="0" bIns="0" rtlCol="0">
            <a:noAutofit/>
          </a:bodyPr>
          <a:lstStyle/>
          <a:p>
            <a:r>
              <a:rPr lang="fr-FR" sz="1200" dirty="0">
                <a:solidFill>
                  <a:schemeClr val="tx1"/>
                </a:solidFill>
                <a:latin typeface="Arial" panose="020B0604020202020204" pitchFamily="34" charset="0"/>
                <a:cs typeface="Arial" panose="020B0604020202020204" pitchFamily="34" charset="0"/>
              </a:rPr>
              <a:t>Lecture 9</a:t>
            </a:r>
            <a:endParaRPr lang="ru-RU" sz="1200" dirty="0">
              <a:solidFill>
                <a:schemeClr val="tx1"/>
              </a:solidFill>
              <a:latin typeface="Arial" panose="020B0604020202020204" pitchFamily="34" charset="0"/>
              <a:cs typeface="Arial" panose="020B0604020202020204" pitchFamily="34" charset="0"/>
            </a:endParaRPr>
          </a:p>
        </p:txBody>
      </p:sp>
      <p:sp>
        <p:nvSpPr>
          <p:cNvPr id="4" name="Заголовок 3"/>
          <p:cNvSpPr>
            <a:spLocks noGrp="1"/>
          </p:cNvSpPr>
          <p:nvPr>
            <p:ph type="title"/>
          </p:nvPr>
        </p:nvSpPr>
        <p:spPr>
          <a:xfrm>
            <a:off x="585897" y="1317158"/>
            <a:ext cx="11057955" cy="777025"/>
          </a:xfrm>
        </p:spPr>
        <p:txBody>
          <a:bodyPr>
            <a:noAutofit/>
          </a:bodyPr>
          <a:lstStyle/>
          <a:p>
            <a:r>
              <a:rPr lang="en-US" sz="3600" b="1" dirty="0">
                <a:latin typeface="Arial" panose="020B0604020202020204" pitchFamily="34" charset="0"/>
                <a:cs typeface="Arial" panose="020B0604020202020204" pitchFamily="34" charset="0"/>
              </a:rPr>
              <a:t>Least Squares Dummy Variables Model</a:t>
            </a:r>
            <a:endParaRPr lang="ru-RU" sz="3300" b="1" dirty="0">
              <a:latin typeface="Arial" panose="020B0604020202020204" pitchFamily="34" charset="0"/>
              <a:cs typeface="Arial" panose="020B0604020202020204" pitchFamily="34" charset="0"/>
            </a:endParaRPr>
          </a:p>
        </p:txBody>
      </p:sp>
      <p:sp>
        <p:nvSpPr>
          <p:cNvPr id="6" name="Текст 5"/>
          <p:cNvSpPr>
            <a:spLocks noGrp="1"/>
          </p:cNvSpPr>
          <p:nvPr>
            <p:ph type="body" sz="quarter" idx="15"/>
          </p:nvPr>
        </p:nvSpPr>
        <p:spPr/>
        <p:txBody>
          <a:bodyPr vert="horz" lIns="0" tIns="0" rIns="0" bIns="0" rtlCol="0">
            <a:noAutofit/>
          </a:bodyPr>
          <a:lstStyle/>
          <a:p>
            <a:r>
              <a:rPr lang="fr-FR" sz="1200" dirty="0">
                <a:solidFill>
                  <a:schemeClr val="tx1"/>
                </a:solidFill>
                <a:latin typeface="Arial" panose="020B0604020202020204" pitchFamily="34" charset="0"/>
                <a:cs typeface="Arial" panose="020B0604020202020204" pitchFamily="34" charset="0"/>
              </a:rPr>
              <a:t>Panel Data Analysis</a:t>
            </a:r>
            <a:endParaRPr lang="ru-RU" sz="1200" dirty="0">
              <a:solidFill>
                <a:schemeClr val="tx1"/>
              </a:solidFill>
              <a:latin typeface="Arial" panose="020B0604020202020204" pitchFamily="34" charset="0"/>
              <a:cs typeface="Arial" panose="020B0604020202020204" pitchFamily="34" charset="0"/>
            </a:endParaRPr>
          </a:p>
        </p:txBody>
      </p:sp>
      <p:sp>
        <p:nvSpPr>
          <p:cNvPr id="11" name="Прямоугольник 10"/>
          <p:cNvSpPr/>
          <p:nvPr/>
        </p:nvSpPr>
        <p:spPr>
          <a:xfrm>
            <a:off x="585897" y="2180192"/>
            <a:ext cx="10988040" cy="2923877"/>
          </a:xfrm>
          <a:prstGeom prst="rect">
            <a:avLst/>
          </a:prstGeom>
        </p:spPr>
        <p:txBody>
          <a:bodyPr wrap="square">
            <a:spAutoFit/>
          </a:bodyPr>
          <a:lstStyle/>
          <a:p>
            <a:pPr algn="just"/>
            <a:r>
              <a:rPr lang="en-US" sz="2300" dirty="0">
                <a:solidFill>
                  <a:schemeClr val="bg2">
                    <a:lumMod val="10000"/>
                  </a:schemeClr>
                </a:solidFill>
                <a:latin typeface="Arial" panose="020B0604020202020204" pitchFamily="34" charset="0"/>
                <a:cs typeface="Arial" panose="020B0604020202020204" pitchFamily="34" charset="0"/>
              </a:rPr>
              <a:t>	In the first difference model, we simply </a:t>
            </a:r>
            <a:r>
              <a:rPr lang="en-US" sz="2300" b="1" dirty="0">
                <a:solidFill>
                  <a:schemeClr val="bg2">
                    <a:lumMod val="10000"/>
                  </a:schemeClr>
                </a:solidFill>
                <a:latin typeface="Arial" panose="020B0604020202020204" pitchFamily="34" charset="0"/>
                <a:cs typeface="Arial" panose="020B0604020202020204" pitchFamily="34" charset="0"/>
              </a:rPr>
              <a:t>eliminated</a:t>
            </a:r>
            <a:r>
              <a:rPr lang="en-US" sz="2300" dirty="0">
                <a:solidFill>
                  <a:schemeClr val="bg2">
                    <a:lumMod val="10000"/>
                  </a:schemeClr>
                </a:solidFill>
                <a:latin typeface="Arial" panose="020B0604020202020204" pitchFamily="34" charset="0"/>
                <a:cs typeface="Arial" panose="020B0604020202020204" pitchFamily="34" charset="0"/>
              </a:rPr>
              <a:t> individual effects from our model. We made transformations during which the unobservable variable, which is responsible for individual effects, </a:t>
            </a:r>
            <a:r>
              <a:rPr lang="en-US" sz="2300" b="1" dirty="0">
                <a:solidFill>
                  <a:schemeClr val="bg2">
                    <a:lumMod val="10000"/>
                  </a:schemeClr>
                </a:solidFill>
                <a:latin typeface="Arial" panose="020B0604020202020204" pitchFamily="34" charset="0"/>
                <a:cs typeface="Arial" panose="020B0604020202020204" pitchFamily="34" charset="0"/>
              </a:rPr>
              <a:t>disappeared</a:t>
            </a:r>
            <a:r>
              <a:rPr lang="en-US" sz="2300" dirty="0">
                <a:solidFill>
                  <a:schemeClr val="bg2">
                    <a:lumMod val="10000"/>
                  </a:schemeClr>
                </a:solidFill>
                <a:latin typeface="Arial" panose="020B0604020202020204" pitchFamily="34" charset="0"/>
                <a:cs typeface="Arial" panose="020B0604020202020204" pitchFamily="34" charset="0"/>
              </a:rPr>
              <a:t> from the equation. We received unbiased estimates of the coefficients in regressions, but at the same time we could not say anything about the individual features of each of the objects. In a model with dummy variables, </a:t>
            </a:r>
            <a:r>
              <a:rPr lang="en-SL" sz="2300" dirty="0">
                <a:solidFill>
                  <a:schemeClr val="bg2">
                    <a:lumMod val="10000"/>
                  </a:schemeClr>
                </a:solidFill>
                <a:latin typeface="Arial" panose="020B0604020202020204" pitchFamily="34" charset="0"/>
                <a:cs typeface="Arial" panose="020B0604020202020204" pitchFamily="34" charset="0"/>
              </a:rPr>
              <a:t>we</a:t>
            </a:r>
            <a:r>
              <a:rPr lang="en-US" sz="2300" dirty="0">
                <a:solidFill>
                  <a:schemeClr val="bg2">
                    <a:lumMod val="10000"/>
                  </a:schemeClr>
                </a:solidFill>
                <a:latin typeface="Arial" panose="020B0604020202020204" pitchFamily="34" charset="0"/>
                <a:cs typeface="Arial" panose="020B0604020202020204" pitchFamily="34" charset="0"/>
              </a:rPr>
              <a:t> can </a:t>
            </a:r>
            <a:r>
              <a:rPr lang="en-US" sz="2300" b="1" dirty="0">
                <a:solidFill>
                  <a:schemeClr val="bg2">
                    <a:lumMod val="10000"/>
                  </a:schemeClr>
                </a:solidFill>
                <a:latin typeface="Arial" panose="020B0604020202020204" pitchFamily="34" charset="0"/>
                <a:cs typeface="Arial" panose="020B0604020202020204" pitchFamily="34" charset="0"/>
              </a:rPr>
              <a:t>estimate</a:t>
            </a:r>
            <a:r>
              <a:rPr lang="en-US" sz="2300" dirty="0">
                <a:solidFill>
                  <a:schemeClr val="bg2">
                    <a:lumMod val="10000"/>
                  </a:schemeClr>
                </a:solidFill>
                <a:latin typeface="Arial" panose="020B0604020202020204" pitchFamily="34" charset="0"/>
                <a:cs typeface="Arial" panose="020B0604020202020204" pitchFamily="34" charset="0"/>
              </a:rPr>
              <a:t> the coefficient for each dummy variable, and this coefficient will characterize the </a:t>
            </a:r>
            <a:r>
              <a:rPr lang="en-US" sz="2300" b="1" dirty="0">
                <a:solidFill>
                  <a:schemeClr val="bg2">
                    <a:lumMod val="10000"/>
                  </a:schemeClr>
                </a:solidFill>
                <a:latin typeface="Arial" panose="020B0604020202020204" pitchFamily="34" charset="0"/>
                <a:cs typeface="Arial" panose="020B0604020202020204" pitchFamily="34" charset="0"/>
              </a:rPr>
              <a:t>individual features </a:t>
            </a:r>
            <a:r>
              <a:rPr lang="en-US" sz="2300" dirty="0">
                <a:solidFill>
                  <a:schemeClr val="bg2">
                    <a:lumMod val="10000"/>
                  </a:schemeClr>
                </a:solidFill>
                <a:latin typeface="Arial" panose="020B0604020202020204" pitchFamily="34" charset="0"/>
                <a:cs typeface="Arial" panose="020B0604020202020204" pitchFamily="34" charset="0"/>
              </a:rPr>
              <a:t>for each of the objects.</a:t>
            </a:r>
            <a:endParaRPr lang="en-US" sz="2300" dirty="0">
              <a:solidFill>
                <a:srgbClr val="FF0000"/>
              </a:solidFill>
              <a:latin typeface="Arial" panose="020B0604020202020204" pitchFamily="34" charset="0"/>
              <a:cs typeface="Arial" panose="020B0604020202020204" pitchFamily="34" charset="0"/>
            </a:endParaRPr>
          </a:p>
          <a:p>
            <a:endParaRPr lang="ru-RU" sz="23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344794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p:cNvSpPr>
            <a:spLocks noGrp="1"/>
          </p:cNvSpPr>
          <p:nvPr>
            <p:ph type="body" sz="quarter" idx="13"/>
          </p:nvPr>
        </p:nvSpPr>
        <p:spPr>
          <a:xfrm>
            <a:off x="1143689" y="540904"/>
            <a:ext cx="2024054" cy="415925"/>
          </a:xfrm>
        </p:spPr>
        <p:txBody>
          <a:bodyPr/>
          <a:lstStyle/>
          <a:p>
            <a:r>
              <a:rPr lang="fr-FR" sz="1200" dirty="0">
                <a:latin typeface="Arial" panose="020B0604020202020204" pitchFamily="34" charset="0"/>
                <a:cs typeface="Arial" panose="020B0604020202020204" pitchFamily="34" charset="0"/>
              </a:rPr>
              <a:t>Data Analysis</a:t>
            </a:r>
            <a:endParaRPr lang="ru-RU" sz="1200" dirty="0">
              <a:latin typeface="Arial" panose="020B0604020202020204" pitchFamily="34" charset="0"/>
              <a:cs typeface="Arial" panose="020B0604020202020204" pitchFamily="34" charset="0"/>
            </a:endParaRPr>
          </a:p>
        </p:txBody>
      </p:sp>
      <p:sp>
        <p:nvSpPr>
          <p:cNvPr id="3" name="Текст 2"/>
          <p:cNvSpPr>
            <a:spLocks noGrp="1"/>
          </p:cNvSpPr>
          <p:nvPr>
            <p:ph type="body" sz="quarter" idx="14"/>
          </p:nvPr>
        </p:nvSpPr>
        <p:spPr/>
        <p:txBody>
          <a:bodyPr vert="horz" lIns="0" tIns="0" rIns="0" bIns="0" rtlCol="0">
            <a:noAutofit/>
          </a:bodyPr>
          <a:lstStyle/>
          <a:p>
            <a:r>
              <a:rPr lang="fr-FR" sz="1200" dirty="0">
                <a:solidFill>
                  <a:schemeClr val="tx1"/>
                </a:solidFill>
                <a:latin typeface="Arial" panose="020B0604020202020204" pitchFamily="34" charset="0"/>
                <a:cs typeface="Arial" panose="020B0604020202020204" pitchFamily="34" charset="0"/>
              </a:rPr>
              <a:t>Lecture 9</a:t>
            </a:r>
            <a:endParaRPr lang="ru-RU" sz="1200" dirty="0">
              <a:solidFill>
                <a:schemeClr val="tx1"/>
              </a:solidFill>
              <a:latin typeface="Arial" panose="020B0604020202020204" pitchFamily="34" charset="0"/>
              <a:cs typeface="Arial" panose="020B0604020202020204" pitchFamily="34" charset="0"/>
            </a:endParaRPr>
          </a:p>
        </p:txBody>
      </p:sp>
      <p:sp>
        <p:nvSpPr>
          <p:cNvPr id="4" name="Заголовок 3"/>
          <p:cNvSpPr>
            <a:spLocks noGrp="1"/>
          </p:cNvSpPr>
          <p:nvPr>
            <p:ph type="title"/>
          </p:nvPr>
        </p:nvSpPr>
        <p:spPr>
          <a:xfrm>
            <a:off x="585897" y="1064355"/>
            <a:ext cx="11057955" cy="777025"/>
          </a:xfrm>
        </p:spPr>
        <p:txBody>
          <a:bodyPr>
            <a:noAutofit/>
          </a:bodyPr>
          <a:lstStyle/>
          <a:p>
            <a:r>
              <a:rPr lang="en-US" sz="3700" b="1" dirty="0">
                <a:latin typeface="Arial" panose="020B0604020202020204" pitchFamily="34" charset="0"/>
                <a:cs typeface="Arial" panose="020B0604020202020204" pitchFamily="34" charset="0"/>
              </a:rPr>
              <a:t>Within group fixed effects</a:t>
            </a:r>
            <a:endParaRPr lang="ru-RU" sz="3700" b="1" dirty="0">
              <a:latin typeface="Arial" panose="020B0604020202020204" pitchFamily="34" charset="0"/>
              <a:cs typeface="Arial" panose="020B0604020202020204" pitchFamily="34" charset="0"/>
            </a:endParaRPr>
          </a:p>
        </p:txBody>
      </p:sp>
      <p:sp>
        <p:nvSpPr>
          <p:cNvPr id="6" name="Текст 5"/>
          <p:cNvSpPr>
            <a:spLocks noGrp="1"/>
          </p:cNvSpPr>
          <p:nvPr>
            <p:ph type="body" sz="quarter" idx="15"/>
          </p:nvPr>
        </p:nvSpPr>
        <p:spPr/>
        <p:txBody>
          <a:bodyPr vert="horz" lIns="0" tIns="0" rIns="0" bIns="0" rtlCol="0">
            <a:noAutofit/>
          </a:bodyPr>
          <a:lstStyle/>
          <a:p>
            <a:r>
              <a:rPr lang="fr-FR" sz="1200" dirty="0">
                <a:solidFill>
                  <a:schemeClr val="tx1"/>
                </a:solidFill>
                <a:latin typeface="Arial" panose="020B0604020202020204" pitchFamily="34" charset="0"/>
                <a:cs typeface="Arial" panose="020B0604020202020204" pitchFamily="34" charset="0"/>
              </a:rPr>
              <a:t>Panel Data Analysis</a:t>
            </a:r>
            <a:endParaRPr lang="ru-RU" sz="1200" dirty="0">
              <a:solidFill>
                <a:schemeClr val="tx1"/>
              </a:solidFill>
              <a:latin typeface="Arial" panose="020B0604020202020204" pitchFamily="34" charset="0"/>
              <a:cs typeface="Arial" panose="020B0604020202020204" pitchFamily="34" charset="0"/>
            </a:endParaRPr>
          </a:p>
        </p:txBody>
      </p:sp>
      <p:pic>
        <p:nvPicPr>
          <p:cNvPr id="14" name="Рисунок 13" descr="Вырезка экрана"/>
          <p:cNvPicPr>
            <a:picLocks noChangeAspect="1"/>
          </p:cNvPicPr>
          <p:nvPr/>
        </p:nvPicPr>
        <p:blipFill rotWithShape="1">
          <a:blip r:embed="rId2">
            <a:extLst>
              <a:ext uri="{28A0092B-C50C-407E-A947-70E740481C1C}">
                <a14:useLocalDpi xmlns:a14="http://schemas.microsoft.com/office/drawing/2010/main" val="0"/>
              </a:ext>
            </a:extLst>
          </a:blip>
          <a:srcRect t="28006" b="60880"/>
          <a:stretch/>
        </p:blipFill>
        <p:spPr>
          <a:xfrm>
            <a:off x="1835995" y="2214175"/>
            <a:ext cx="4849484" cy="273713"/>
          </a:xfrm>
          <a:prstGeom prst="rect">
            <a:avLst/>
          </a:prstGeom>
        </p:spPr>
      </p:pic>
      <p:pic>
        <p:nvPicPr>
          <p:cNvPr id="15" name="Рисунок 14" descr="Вырезка экрана"/>
          <p:cNvPicPr>
            <a:picLocks noChangeAspect="1"/>
          </p:cNvPicPr>
          <p:nvPr/>
        </p:nvPicPr>
        <p:blipFill rotWithShape="1">
          <a:blip r:embed="rId3">
            <a:extLst>
              <a:ext uri="{28A0092B-C50C-407E-A947-70E740481C1C}">
                <a14:useLocalDpi xmlns:a14="http://schemas.microsoft.com/office/drawing/2010/main" val="0"/>
              </a:ext>
            </a:extLst>
          </a:blip>
          <a:srcRect t="18867" b="63140"/>
          <a:stretch/>
        </p:blipFill>
        <p:spPr>
          <a:xfrm>
            <a:off x="2449484" y="4128169"/>
            <a:ext cx="5140792" cy="578627"/>
          </a:xfrm>
          <a:prstGeom prst="rect">
            <a:avLst/>
          </a:prstGeom>
        </p:spPr>
      </p:pic>
      <p:sp>
        <p:nvSpPr>
          <p:cNvPr id="16" name="Прямоугольник 15"/>
          <p:cNvSpPr/>
          <p:nvPr/>
        </p:nvSpPr>
        <p:spPr>
          <a:xfrm>
            <a:off x="585897" y="5475038"/>
            <a:ext cx="10770361" cy="1446550"/>
          </a:xfrm>
          <a:prstGeom prst="rect">
            <a:avLst/>
          </a:prstGeom>
        </p:spPr>
        <p:txBody>
          <a:bodyPr wrap="square">
            <a:spAutoFit/>
          </a:bodyPr>
          <a:lstStyle/>
          <a:p>
            <a:pPr algn="just"/>
            <a:r>
              <a:rPr lang="en-US" sz="2200" dirty="0">
                <a:latin typeface="Arial" panose="020B0604020202020204" pitchFamily="34" charset="0"/>
                <a:cs typeface="Arial" panose="020B0604020202020204" pitchFamily="34" charset="0"/>
              </a:rPr>
              <a:t>     </a:t>
            </a:r>
            <a:r>
              <a:rPr lang="en-US" sz="2200" dirty="0">
                <a:solidFill>
                  <a:schemeClr val="bg2">
                    <a:lumMod val="10000"/>
                  </a:schemeClr>
                </a:solidFill>
                <a:latin typeface="Arial" panose="020B0604020202020204" pitchFamily="34" charset="0"/>
                <a:cs typeface="Arial" panose="020B0604020202020204" pitchFamily="34" charset="0"/>
              </a:rPr>
              <a:t>This transformation is called within-group transformation. The resulting model is called the within-group regression. It explains the variation of the dependent variable around the average value for a group of observations related to a particular object.</a:t>
            </a:r>
            <a:r>
              <a:rPr lang="ru-RU" sz="2200" dirty="0">
                <a:solidFill>
                  <a:schemeClr val="bg2">
                    <a:lumMod val="10000"/>
                  </a:schemeClr>
                </a:solidFill>
                <a:latin typeface="Arial" panose="020B0604020202020204" pitchFamily="34" charset="0"/>
                <a:cs typeface="Arial" panose="020B0604020202020204" pitchFamily="34" charset="0"/>
              </a:rPr>
              <a:t>    </a:t>
            </a:r>
            <a:endParaRPr lang="en-US" sz="2200" dirty="0">
              <a:solidFill>
                <a:schemeClr val="bg2">
                  <a:lumMod val="10000"/>
                </a:schemeClr>
              </a:solidFill>
              <a:latin typeface="Arial" panose="020B0604020202020204" pitchFamily="34" charset="0"/>
              <a:cs typeface="Arial" panose="020B0604020202020204" pitchFamily="34" charset="0"/>
            </a:endParaRPr>
          </a:p>
          <a:p>
            <a:pPr algn="just"/>
            <a:endParaRPr lang="en-US" sz="2200" dirty="0">
              <a:solidFill>
                <a:schemeClr val="bg2">
                  <a:lumMod val="10000"/>
                </a:schemeClr>
              </a:solidFill>
              <a:latin typeface="Arial" panose="020B0604020202020204" pitchFamily="34" charset="0"/>
              <a:cs typeface="Arial" panose="020B0604020202020204" pitchFamily="34" charset="0"/>
            </a:endParaRPr>
          </a:p>
        </p:txBody>
      </p:sp>
      <p:sp>
        <p:nvSpPr>
          <p:cNvPr id="17" name="Rectangle 21"/>
          <p:cNvSpPr>
            <a:spLocks noChangeArrowheads="1"/>
          </p:cNvSpPr>
          <p:nvPr/>
        </p:nvSpPr>
        <p:spPr bwMode="auto">
          <a:xfrm>
            <a:off x="1619971" y="1710789"/>
            <a:ext cx="7344816" cy="2339925"/>
          </a:xfrm>
          <a:prstGeom prst="rect">
            <a:avLst/>
          </a:prstGeom>
          <a:noFill/>
          <a:ln w="9525">
            <a:noFill/>
            <a:miter lim="800000"/>
            <a:headEnd/>
            <a:tailEnd/>
          </a:ln>
          <a:effectLst/>
        </p:spPr>
        <p:txBody>
          <a:bodyPr/>
          <a:lstStyle/>
          <a:p>
            <a:pPr algn="just"/>
            <a:r>
              <a:rPr lang="en-US" sz="2400" dirty="0">
                <a:solidFill>
                  <a:schemeClr val="bg2">
                    <a:lumMod val="10000"/>
                  </a:schemeClr>
                </a:solidFill>
                <a:latin typeface="Arial" panose="020B0604020202020204" pitchFamily="34" charset="0"/>
                <a:cs typeface="Arial" panose="020B0604020202020204" pitchFamily="34" charset="0"/>
              </a:rPr>
              <a:t>Initial equation:</a:t>
            </a:r>
          </a:p>
          <a:p>
            <a:pPr algn="just"/>
            <a:endParaRPr lang="en-US" sz="2400" dirty="0">
              <a:solidFill>
                <a:schemeClr val="bg2">
                  <a:lumMod val="10000"/>
                </a:schemeClr>
              </a:solidFill>
              <a:latin typeface="Arial" panose="020B0604020202020204" pitchFamily="34" charset="0"/>
              <a:cs typeface="Arial" panose="020B0604020202020204" pitchFamily="34" charset="0"/>
            </a:endParaRPr>
          </a:p>
          <a:p>
            <a:pPr algn="just"/>
            <a:r>
              <a:rPr lang="en-US" sz="2400" dirty="0">
                <a:solidFill>
                  <a:schemeClr val="bg2">
                    <a:lumMod val="10000"/>
                  </a:schemeClr>
                </a:solidFill>
                <a:latin typeface="Arial" panose="020B0604020202020204" pitchFamily="34" charset="0"/>
                <a:cs typeface="Arial" panose="020B0604020202020204" pitchFamily="34" charset="0"/>
              </a:rPr>
              <a:t>Mean values for observed time periods:</a:t>
            </a:r>
          </a:p>
          <a:p>
            <a:pPr algn="just"/>
            <a:endParaRPr lang="en-US" sz="2400" dirty="0">
              <a:solidFill>
                <a:schemeClr val="bg2">
                  <a:lumMod val="10000"/>
                </a:schemeClr>
              </a:solidFill>
              <a:latin typeface="Arial" panose="020B0604020202020204" pitchFamily="34" charset="0"/>
              <a:cs typeface="Arial" panose="020B0604020202020204" pitchFamily="34" charset="0"/>
            </a:endParaRPr>
          </a:p>
          <a:p>
            <a:pPr algn="just"/>
            <a:r>
              <a:rPr lang="en-US" sz="2400" dirty="0">
                <a:solidFill>
                  <a:schemeClr val="bg2">
                    <a:lumMod val="10000"/>
                  </a:schemeClr>
                </a:solidFill>
                <a:latin typeface="Arial" panose="020B0604020202020204" pitchFamily="34" charset="0"/>
                <a:cs typeface="Arial" panose="020B0604020202020204" pitchFamily="34" charset="0"/>
              </a:rPr>
              <a:t>First minus second:</a:t>
            </a:r>
          </a:p>
          <a:p>
            <a:pPr algn="just"/>
            <a:endParaRPr lang="en-US" sz="2400" dirty="0">
              <a:solidFill>
                <a:schemeClr val="bg2">
                  <a:lumMod val="10000"/>
                </a:schemeClr>
              </a:solidFill>
              <a:latin typeface="Arial" panose="020B0604020202020204" pitchFamily="34" charset="0"/>
              <a:cs typeface="Arial" panose="020B0604020202020204" pitchFamily="34" charset="0"/>
            </a:endParaRPr>
          </a:p>
          <a:p>
            <a:pPr algn="just"/>
            <a:endParaRPr lang="en-US" sz="2400" dirty="0">
              <a:solidFill>
                <a:schemeClr val="bg2">
                  <a:lumMod val="10000"/>
                </a:schemeClr>
              </a:solidFill>
              <a:latin typeface="Arial" panose="020B0604020202020204" pitchFamily="34" charset="0"/>
              <a:cs typeface="Arial" panose="020B0604020202020204" pitchFamily="34" charset="0"/>
            </a:endParaRPr>
          </a:p>
          <a:p>
            <a:pPr algn="just"/>
            <a:endParaRPr lang="en-US" sz="2400" dirty="0">
              <a:solidFill>
                <a:schemeClr val="bg2">
                  <a:lumMod val="10000"/>
                </a:schemeClr>
              </a:solidFill>
              <a:latin typeface="Arial" panose="020B0604020202020204" pitchFamily="34" charset="0"/>
              <a:cs typeface="Arial" panose="020B0604020202020204" pitchFamily="34" charset="0"/>
            </a:endParaRPr>
          </a:p>
          <a:p>
            <a:pPr algn="just"/>
            <a:r>
              <a:rPr lang="en-US" sz="2400" dirty="0">
                <a:solidFill>
                  <a:schemeClr val="bg2">
                    <a:lumMod val="10000"/>
                  </a:schemeClr>
                </a:solidFill>
                <a:latin typeface="Arial" panose="020B0604020202020204" pitchFamily="34" charset="0"/>
                <a:cs typeface="Arial" panose="020B0604020202020204" pitchFamily="34" charset="0"/>
              </a:rPr>
              <a:t>Result: </a:t>
            </a:r>
          </a:p>
        </p:txBody>
      </p:sp>
      <p:pic>
        <p:nvPicPr>
          <p:cNvPr id="18" name="Рисунок 17" descr="Вырезка экрана"/>
          <p:cNvPicPr>
            <a:picLocks noChangeAspect="1"/>
          </p:cNvPicPr>
          <p:nvPr/>
        </p:nvPicPr>
        <p:blipFill rotWithShape="1">
          <a:blip r:embed="rId2">
            <a:extLst>
              <a:ext uri="{28A0092B-C50C-407E-A947-70E740481C1C}">
                <a14:useLocalDpi xmlns:a14="http://schemas.microsoft.com/office/drawing/2010/main" val="0"/>
              </a:ext>
            </a:extLst>
          </a:blip>
          <a:srcRect t="75894"/>
          <a:stretch/>
        </p:blipFill>
        <p:spPr>
          <a:xfrm>
            <a:off x="2197673" y="3676305"/>
            <a:ext cx="4849484" cy="593668"/>
          </a:xfrm>
          <a:prstGeom prst="rect">
            <a:avLst/>
          </a:prstGeom>
        </p:spPr>
      </p:pic>
      <p:pic>
        <p:nvPicPr>
          <p:cNvPr id="19" name="Рисунок 18" descr="Вырезка экрана"/>
          <p:cNvPicPr>
            <a:picLocks noChangeAspect="1"/>
          </p:cNvPicPr>
          <p:nvPr/>
        </p:nvPicPr>
        <p:blipFill rotWithShape="1">
          <a:blip r:embed="rId2">
            <a:extLst>
              <a:ext uri="{28A0092B-C50C-407E-A947-70E740481C1C}">
                <a14:useLocalDpi xmlns:a14="http://schemas.microsoft.com/office/drawing/2010/main" val="0"/>
              </a:ext>
            </a:extLst>
          </a:blip>
          <a:srcRect t="49153" b="36037"/>
          <a:stretch/>
        </p:blipFill>
        <p:spPr>
          <a:xfrm>
            <a:off x="1920598" y="2880751"/>
            <a:ext cx="4849484" cy="364736"/>
          </a:xfrm>
          <a:prstGeom prst="rect">
            <a:avLst/>
          </a:prstGeom>
        </p:spPr>
      </p:pic>
      <p:pic>
        <p:nvPicPr>
          <p:cNvPr id="20" name="Рисунок 19" descr="Вырезка экрана"/>
          <p:cNvPicPr>
            <a:picLocks noChangeAspect="1"/>
          </p:cNvPicPr>
          <p:nvPr/>
        </p:nvPicPr>
        <p:blipFill rotWithShape="1">
          <a:blip r:embed="rId3">
            <a:extLst>
              <a:ext uri="{28A0092B-C50C-407E-A947-70E740481C1C}">
                <a14:useLocalDpi xmlns:a14="http://schemas.microsoft.com/office/drawing/2010/main" val="0"/>
              </a:ext>
            </a:extLst>
          </a:blip>
          <a:srcRect t="53831" b="35222"/>
          <a:stretch/>
        </p:blipFill>
        <p:spPr>
          <a:xfrm>
            <a:off x="1690341" y="5123024"/>
            <a:ext cx="5140792" cy="352014"/>
          </a:xfrm>
          <a:prstGeom prst="rect">
            <a:avLst/>
          </a:prstGeom>
        </p:spPr>
      </p:pic>
    </p:spTree>
    <p:extLst>
      <p:ext uri="{BB962C8B-B14F-4D97-AF65-F5344CB8AC3E}">
        <p14:creationId xmlns:p14="http://schemas.microsoft.com/office/powerpoint/2010/main" val="17170541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p:cNvSpPr>
            <a:spLocks noGrp="1"/>
          </p:cNvSpPr>
          <p:nvPr>
            <p:ph type="body" sz="quarter" idx="13"/>
          </p:nvPr>
        </p:nvSpPr>
        <p:spPr>
          <a:xfrm>
            <a:off x="1143689" y="540904"/>
            <a:ext cx="2024054" cy="415925"/>
          </a:xfrm>
        </p:spPr>
        <p:txBody>
          <a:bodyPr/>
          <a:lstStyle/>
          <a:p>
            <a:r>
              <a:rPr lang="fr-FR" sz="1200" dirty="0">
                <a:latin typeface="Arial" panose="020B0604020202020204" pitchFamily="34" charset="0"/>
                <a:cs typeface="Arial" panose="020B0604020202020204" pitchFamily="34" charset="0"/>
              </a:rPr>
              <a:t>Data Analysis</a:t>
            </a:r>
            <a:endParaRPr lang="ru-RU" sz="1200" dirty="0">
              <a:latin typeface="Arial" panose="020B0604020202020204" pitchFamily="34" charset="0"/>
              <a:cs typeface="Arial" panose="020B0604020202020204" pitchFamily="34" charset="0"/>
            </a:endParaRPr>
          </a:p>
        </p:txBody>
      </p:sp>
      <p:sp>
        <p:nvSpPr>
          <p:cNvPr id="3" name="Текст 2"/>
          <p:cNvSpPr>
            <a:spLocks noGrp="1"/>
          </p:cNvSpPr>
          <p:nvPr>
            <p:ph type="body" sz="quarter" idx="14"/>
          </p:nvPr>
        </p:nvSpPr>
        <p:spPr/>
        <p:txBody>
          <a:bodyPr vert="horz" lIns="0" tIns="0" rIns="0" bIns="0" rtlCol="0">
            <a:noAutofit/>
          </a:bodyPr>
          <a:lstStyle/>
          <a:p>
            <a:r>
              <a:rPr lang="fr-FR" sz="1200" dirty="0">
                <a:solidFill>
                  <a:schemeClr val="tx1"/>
                </a:solidFill>
                <a:latin typeface="Arial" panose="020B0604020202020204" pitchFamily="34" charset="0"/>
                <a:cs typeface="Arial" panose="020B0604020202020204" pitchFamily="34" charset="0"/>
              </a:rPr>
              <a:t>Lecture 9</a:t>
            </a:r>
            <a:endParaRPr lang="ru-RU" sz="1200" dirty="0">
              <a:solidFill>
                <a:schemeClr val="tx1"/>
              </a:solidFill>
              <a:latin typeface="Arial" panose="020B0604020202020204" pitchFamily="34" charset="0"/>
              <a:cs typeface="Arial" panose="020B0604020202020204" pitchFamily="34" charset="0"/>
            </a:endParaRPr>
          </a:p>
        </p:txBody>
      </p:sp>
      <p:sp>
        <p:nvSpPr>
          <p:cNvPr id="4" name="Заголовок 3"/>
          <p:cNvSpPr>
            <a:spLocks noGrp="1"/>
          </p:cNvSpPr>
          <p:nvPr>
            <p:ph type="title"/>
          </p:nvPr>
        </p:nvSpPr>
        <p:spPr>
          <a:xfrm>
            <a:off x="585897" y="1317158"/>
            <a:ext cx="11057955" cy="777025"/>
          </a:xfrm>
        </p:spPr>
        <p:txBody>
          <a:bodyPr>
            <a:noAutofit/>
          </a:bodyPr>
          <a:lstStyle/>
          <a:p>
            <a:r>
              <a:rPr lang="en-US" sz="3700" b="1" dirty="0">
                <a:latin typeface="Arial" panose="020B0604020202020204" pitchFamily="34" charset="0"/>
                <a:cs typeface="Arial" panose="020B0604020202020204" pitchFamily="34" charset="0"/>
              </a:rPr>
              <a:t>Which model to select?</a:t>
            </a:r>
            <a:endParaRPr lang="ru-RU" sz="3700" b="1" dirty="0">
              <a:latin typeface="Arial" panose="020B0604020202020204" pitchFamily="34" charset="0"/>
              <a:cs typeface="Arial" panose="020B0604020202020204" pitchFamily="34" charset="0"/>
            </a:endParaRPr>
          </a:p>
        </p:txBody>
      </p:sp>
      <p:sp>
        <p:nvSpPr>
          <p:cNvPr id="5" name="Текст 4"/>
          <p:cNvSpPr>
            <a:spLocks noGrp="1"/>
          </p:cNvSpPr>
          <p:nvPr>
            <p:ph type="body" sz="quarter" idx="12"/>
          </p:nvPr>
        </p:nvSpPr>
        <p:spPr>
          <a:xfrm>
            <a:off x="718801" y="2274895"/>
            <a:ext cx="10489973" cy="3848315"/>
          </a:xfrm>
        </p:spPr>
        <p:txBody>
          <a:bodyPr numCol="1"/>
          <a:lstStyle/>
          <a:p>
            <a:pPr algn="just"/>
            <a:r>
              <a:rPr lang="en-US" sz="2400" dirty="0">
                <a:solidFill>
                  <a:schemeClr val="bg2">
                    <a:lumMod val="10000"/>
                  </a:schemeClr>
                </a:solidFill>
                <a:latin typeface="Arial" panose="020B0604020202020204" pitchFamily="34" charset="0"/>
                <a:cs typeface="Arial" panose="020B0604020202020204" pitchFamily="34" charset="0"/>
              </a:rPr>
              <a:t>	We should answer the question "Are there individual effects in the data?" If yes, we need to use a model with effects</a:t>
            </a:r>
            <a:r>
              <a:rPr lang="ru-RU" sz="2400" dirty="0">
                <a:solidFill>
                  <a:schemeClr val="bg2">
                    <a:lumMod val="10000"/>
                  </a:schemeClr>
                </a:solidFill>
                <a:latin typeface="Arial" panose="020B0604020202020204" pitchFamily="34" charset="0"/>
                <a:cs typeface="Arial" panose="020B0604020202020204" pitchFamily="34" charset="0"/>
              </a:rPr>
              <a:t> (</a:t>
            </a:r>
            <a:r>
              <a:rPr lang="en-US" sz="2400" dirty="0">
                <a:solidFill>
                  <a:schemeClr val="bg2">
                    <a:lumMod val="10000"/>
                  </a:schemeClr>
                </a:solidFill>
                <a:latin typeface="Arial" panose="020B0604020202020204" pitchFamily="34" charset="0"/>
                <a:cs typeface="Arial" panose="020B0604020202020204" pitchFamily="34" charset="0"/>
              </a:rPr>
              <a:t>fixed or random). If not, then pooled regression. To answer this question there is a special test that allows us to choose the right model.</a:t>
            </a:r>
            <a:r>
              <a:rPr lang="ru-RU" sz="2400" dirty="0">
                <a:solidFill>
                  <a:schemeClr val="bg2">
                    <a:lumMod val="10000"/>
                  </a:schemeClr>
                </a:solidFill>
                <a:latin typeface="Arial" panose="020B0604020202020204" pitchFamily="34" charset="0"/>
                <a:cs typeface="Arial" panose="020B0604020202020204" pitchFamily="34" charset="0"/>
              </a:rPr>
              <a:t>     </a:t>
            </a:r>
            <a:endParaRPr lang="en-US" sz="2400" dirty="0">
              <a:solidFill>
                <a:schemeClr val="bg2">
                  <a:lumMod val="10000"/>
                </a:schemeClr>
              </a:solidFill>
              <a:latin typeface="Arial" panose="020B0604020202020204" pitchFamily="34" charset="0"/>
              <a:cs typeface="Arial" panose="020B0604020202020204" pitchFamily="34" charset="0"/>
            </a:endParaRPr>
          </a:p>
          <a:p>
            <a:pPr algn="just"/>
            <a:endParaRPr lang="ru-RU" sz="2400" dirty="0">
              <a:solidFill>
                <a:schemeClr val="bg2">
                  <a:lumMod val="10000"/>
                </a:schemeClr>
              </a:solidFill>
              <a:latin typeface="Arial" panose="020B0604020202020204" pitchFamily="34" charset="0"/>
              <a:cs typeface="Arial" panose="020B0604020202020204" pitchFamily="34" charset="0"/>
            </a:endParaRPr>
          </a:p>
        </p:txBody>
      </p:sp>
      <p:sp>
        <p:nvSpPr>
          <p:cNvPr id="6" name="Текст 5"/>
          <p:cNvSpPr>
            <a:spLocks noGrp="1"/>
          </p:cNvSpPr>
          <p:nvPr>
            <p:ph type="body" sz="quarter" idx="15"/>
          </p:nvPr>
        </p:nvSpPr>
        <p:spPr/>
        <p:txBody>
          <a:bodyPr vert="horz" lIns="0" tIns="0" rIns="0" bIns="0" rtlCol="0">
            <a:noAutofit/>
          </a:bodyPr>
          <a:lstStyle/>
          <a:p>
            <a:r>
              <a:rPr lang="fr-FR" sz="1200" dirty="0">
                <a:solidFill>
                  <a:schemeClr val="tx1"/>
                </a:solidFill>
                <a:latin typeface="Arial" panose="020B0604020202020204" pitchFamily="34" charset="0"/>
                <a:cs typeface="Arial" panose="020B0604020202020204" pitchFamily="34" charset="0"/>
              </a:rPr>
              <a:t>Panel Data Analysis</a:t>
            </a:r>
            <a:endParaRPr lang="ru-RU" sz="12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0651158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p:cNvSpPr>
            <a:spLocks noGrp="1"/>
          </p:cNvSpPr>
          <p:nvPr>
            <p:ph type="body" sz="quarter" idx="13"/>
          </p:nvPr>
        </p:nvSpPr>
        <p:spPr>
          <a:xfrm>
            <a:off x="1143689" y="540904"/>
            <a:ext cx="2024054" cy="415925"/>
          </a:xfrm>
        </p:spPr>
        <p:txBody>
          <a:bodyPr/>
          <a:lstStyle/>
          <a:p>
            <a:r>
              <a:rPr lang="fr-FR" sz="1200" dirty="0">
                <a:latin typeface="Arial" panose="020B0604020202020204" pitchFamily="34" charset="0"/>
                <a:cs typeface="Arial" panose="020B0604020202020204" pitchFamily="34" charset="0"/>
              </a:rPr>
              <a:t>Data Analysis</a:t>
            </a:r>
            <a:endParaRPr lang="ru-RU" sz="1200" dirty="0">
              <a:latin typeface="Arial" panose="020B0604020202020204" pitchFamily="34" charset="0"/>
              <a:cs typeface="Arial" panose="020B0604020202020204" pitchFamily="34" charset="0"/>
            </a:endParaRPr>
          </a:p>
        </p:txBody>
      </p:sp>
      <p:sp>
        <p:nvSpPr>
          <p:cNvPr id="3" name="Текст 2"/>
          <p:cNvSpPr>
            <a:spLocks noGrp="1"/>
          </p:cNvSpPr>
          <p:nvPr>
            <p:ph type="body" sz="quarter" idx="14"/>
          </p:nvPr>
        </p:nvSpPr>
        <p:spPr/>
        <p:txBody>
          <a:bodyPr vert="horz" lIns="0" tIns="0" rIns="0" bIns="0" rtlCol="0">
            <a:noAutofit/>
          </a:bodyPr>
          <a:lstStyle/>
          <a:p>
            <a:r>
              <a:rPr lang="fr-FR" sz="1200" dirty="0">
                <a:solidFill>
                  <a:schemeClr val="tx1"/>
                </a:solidFill>
                <a:latin typeface="Arial" panose="020B0604020202020204" pitchFamily="34" charset="0"/>
                <a:cs typeface="Arial" panose="020B0604020202020204" pitchFamily="34" charset="0"/>
              </a:rPr>
              <a:t>Lecture 9</a:t>
            </a:r>
            <a:endParaRPr lang="ru-RU" sz="1200" dirty="0">
              <a:solidFill>
                <a:schemeClr val="tx1"/>
              </a:solidFill>
              <a:latin typeface="Arial" panose="020B0604020202020204" pitchFamily="34" charset="0"/>
              <a:cs typeface="Arial" panose="020B0604020202020204" pitchFamily="34" charset="0"/>
            </a:endParaRPr>
          </a:p>
        </p:txBody>
      </p:sp>
      <p:sp>
        <p:nvSpPr>
          <p:cNvPr id="4" name="Заголовок 3"/>
          <p:cNvSpPr>
            <a:spLocks noGrp="1"/>
          </p:cNvSpPr>
          <p:nvPr>
            <p:ph type="title"/>
          </p:nvPr>
        </p:nvSpPr>
        <p:spPr>
          <a:xfrm>
            <a:off x="585897" y="1317158"/>
            <a:ext cx="11057955" cy="777025"/>
          </a:xfrm>
        </p:spPr>
        <p:txBody>
          <a:bodyPr>
            <a:noAutofit/>
          </a:bodyPr>
          <a:lstStyle/>
          <a:p>
            <a:r>
              <a:rPr lang="en-US" sz="3700" b="1" dirty="0">
                <a:latin typeface="Arial" panose="020B0604020202020204" pitchFamily="34" charset="0"/>
                <a:cs typeface="Arial" panose="020B0604020202020204" pitchFamily="34" charset="0"/>
              </a:rPr>
              <a:t>Model with random effects</a:t>
            </a:r>
            <a:endParaRPr lang="ru-RU" sz="3700" b="1" dirty="0">
              <a:latin typeface="Arial" panose="020B0604020202020204" pitchFamily="34" charset="0"/>
              <a:cs typeface="Arial" panose="020B0604020202020204" pitchFamily="34" charset="0"/>
            </a:endParaRPr>
          </a:p>
        </p:txBody>
      </p:sp>
      <p:sp>
        <p:nvSpPr>
          <p:cNvPr id="5" name="Текст 4"/>
          <p:cNvSpPr>
            <a:spLocks noGrp="1"/>
          </p:cNvSpPr>
          <p:nvPr>
            <p:ph type="body" sz="quarter" idx="12"/>
          </p:nvPr>
        </p:nvSpPr>
        <p:spPr>
          <a:xfrm>
            <a:off x="718801" y="2274895"/>
            <a:ext cx="10489973" cy="3848315"/>
          </a:xfrm>
        </p:spPr>
        <p:txBody>
          <a:bodyPr numCol="1"/>
          <a:lstStyle/>
          <a:p>
            <a:pPr algn="just"/>
            <a:r>
              <a:rPr lang="ru-BY" sz="2400" dirty="0">
                <a:solidFill>
                  <a:schemeClr val="bg2">
                    <a:lumMod val="10000"/>
                  </a:schemeClr>
                </a:solidFill>
                <a:latin typeface="Arial" panose="020B0604020202020204" pitchFamily="34" charset="0"/>
                <a:cs typeface="Arial" panose="020B0604020202020204" pitchFamily="34" charset="0"/>
              </a:rPr>
              <a:t>	</a:t>
            </a:r>
            <a:r>
              <a:rPr lang="en-US" sz="2400" dirty="0">
                <a:solidFill>
                  <a:schemeClr val="bg2">
                    <a:lumMod val="10000"/>
                  </a:schemeClr>
                </a:solidFill>
                <a:latin typeface="Arial" panose="020B0604020202020204" pitchFamily="34" charset="0"/>
                <a:cs typeface="Arial" panose="020B0604020202020204" pitchFamily="34" charset="0"/>
              </a:rPr>
              <a:t>When using models with fixed effects, we believe that the individual effect for each of the objects that we model is a constant, a fixed value.</a:t>
            </a:r>
          </a:p>
          <a:p>
            <a:pPr algn="just"/>
            <a:r>
              <a:rPr lang="ru-BY" sz="2400" dirty="0">
                <a:solidFill>
                  <a:schemeClr val="bg2">
                    <a:lumMod val="10000"/>
                  </a:schemeClr>
                </a:solidFill>
                <a:latin typeface="Arial" panose="020B0604020202020204" pitchFamily="34" charset="0"/>
                <a:cs typeface="Arial" panose="020B0604020202020204" pitchFamily="34" charset="0"/>
              </a:rPr>
              <a:t>	</a:t>
            </a:r>
            <a:r>
              <a:rPr lang="en-US" sz="2400" dirty="0">
                <a:solidFill>
                  <a:schemeClr val="bg2">
                    <a:lumMod val="10000"/>
                  </a:schemeClr>
                </a:solidFill>
                <a:latin typeface="Arial" panose="020B0604020202020204" pitchFamily="34" charset="0"/>
                <a:cs typeface="Arial" panose="020B0604020202020204" pitchFamily="34" charset="0"/>
              </a:rPr>
              <a:t>An alternative approach is the perception of individual effects as random variables. Then in our model there are two “sources of randomness”:</a:t>
            </a:r>
          </a:p>
          <a:p>
            <a:pPr marL="1254125" indent="-266700" algn="just">
              <a:buFont typeface="Arial" panose="020B0604020202020204" pitchFamily="34" charset="0"/>
              <a:buChar char="•"/>
            </a:pPr>
            <a:r>
              <a:rPr lang="en-US" sz="2400" dirty="0">
                <a:solidFill>
                  <a:schemeClr val="bg2">
                    <a:lumMod val="10000"/>
                  </a:schemeClr>
                </a:solidFill>
                <a:latin typeface="Arial" panose="020B0604020202020204" pitchFamily="34" charset="0"/>
                <a:cs typeface="Arial" panose="020B0604020202020204" pitchFamily="34" charset="0"/>
              </a:rPr>
              <a:t>random errors 𝜀_𝑖,</a:t>
            </a:r>
          </a:p>
          <a:p>
            <a:pPr marL="1254125" indent="-266700" algn="just">
              <a:buFont typeface="Arial" panose="020B0604020202020204" pitchFamily="34" charset="0"/>
              <a:buChar char="•"/>
            </a:pPr>
            <a:r>
              <a:rPr lang="en-US" sz="2400" dirty="0">
                <a:solidFill>
                  <a:schemeClr val="bg2">
                    <a:lumMod val="10000"/>
                  </a:schemeClr>
                </a:solidFill>
                <a:latin typeface="Arial" panose="020B0604020202020204" pitchFamily="34" charset="0"/>
                <a:cs typeface="Arial" panose="020B0604020202020204" pitchFamily="34" charset="0"/>
              </a:rPr>
              <a:t>random effects 𝑢_𝑖 (unchanged in time for a particular object).</a:t>
            </a:r>
            <a:r>
              <a:rPr lang="ru-RU" sz="2400" dirty="0">
                <a:solidFill>
                  <a:schemeClr val="bg2">
                    <a:lumMod val="10000"/>
                  </a:schemeClr>
                </a:solidFill>
                <a:latin typeface="Arial" panose="020B0604020202020204" pitchFamily="34" charset="0"/>
                <a:cs typeface="Arial" panose="020B0604020202020204" pitchFamily="34" charset="0"/>
              </a:rPr>
              <a:t>     </a:t>
            </a:r>
            <a:endParaRPr lang="en-US" sz="2400" dirty="0">
              <a:solidFill>
                <a:schemeClr val="bg2">
                  <a:lumMod val="10000"/>
                </a:schemeClr>
              </a:solidFill>
              <a:latin typeface="Arial" panose="020B0604020202020204" pitchFamily="34" charset="0"/>
              <a:cs typeface="Arial" panose="020B0604020202020204" pitchFamily="34" charset="0"/>
            </a:endParaRPr>
          </a:p>
        </p:txBody>
      </p:sp>
      <p:sp>
        <p:nvSpPr>
          <p:cNvPr id="6" name="Текст 5"/>
          <p:cNvSpPr>
            <a:spLocks noGrp="1"/>
          </p:cNvSpPr>
          <p:nvPr>
            <p:ph type="body" sz="quarter" idx="15"/>
          </p:nvPr>
        </p:nvSpPr>
        <p:spPr/>
        <p:txBody>
          <a:bodyPr vert="horz" lIns="0" tIns="0" rIns="0" bIns="0" rtlCol="0">
            <a:noAutofit/>
          </a:bodyPr>
          <a:lstStyle/>
          <a:p>
            <a:r>
              <a:rPr lang="fr-FR" sz="1200" dirty="0">
                <a:solidFill>
                  <a:schemeClr val="tx1"/>
                </a:solidFill>
                <a:latin typeface="Arial" panose="020B0604020202020204" pitchFamily="34" charset="0"/>
                <a:cs typeface="Arial" panose="020B0604020202020204" pitchFamily="34" charset="0"/>
              </a:rPr>
              <a:t>Panel Data Analysis</a:t>
            </a:r>
            <a:endParaRPr lang="ru-RU" sz="12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2312420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p:cNvSpPr>
            <a:spLocks noGrp="1"/>
          </p:cNvSpPr>
          <p:nvPr>
            <p:ph type="body" sz="quarter" idx="13"/>
          </p:nvPr>
        </p:nvSpPr>
        <p:spPr>
          <a:xfrm>
            <a:off x="1143689" y="540904"/>
            <a:ext cx="2024054" cy="415925"/>
          </a:xfrm>
        </p:spPr>
        <p:txBody>
          <a:bodyPr/>
          <a:lstStyle/>
          <a:p>
            <a:r>
              <a:rPr lang="fr-FR" sz="1200" dirty="0">
                <a:latin typeface="Arial" panose="020B0604020202020204" pitchFamily="34" charset="0"/>
                <a:cs typeface="Arial" panose="020B0604020202020204" pitchFamily="34" charset="0"/>
              </a:rPr>
              <a:t>Data Analysis</a:t>
            </a:r>
            <a:endParaRPr lang="ru-RU" sz="1200" dirty="0">
              <a:latin typeface="Arial" panose="020B0604020202020204" pitchFamily="34" charset="0"/>
              <a:cs typeface="Arial" panose="020B0604020202020204" pitchFamily="34" charset="0"/>
            </a:endParaRPr>
          </a:p>
        </p:txBody>
      </p:sp>
      <p:sp>
        <p:nvSpPr>
          <p:cNvPr id="3" name="Текст 2"/>
          <p:cNvSpPr>
            <a:spLocks noGrp="1"/>
          </p:cNvSpPr>
          <p:nvPr>
            <p:ph type="body" sz="quarter" idx="14"/>
          </p:nvPr>
        </p:nvSpPr>
        <p:spPr/>
        <p:txBody>
          <a:bodyPr vert="horz" lIns="0" tIns="0" rIns="0" bIns="0" rtlCol="0">
            <a:noAutofit/>
          </a:bodyPr>
          <a:lstStyle/>
          <a:p>
            <a:r>
              <a:rPr lang="fr-FR" sz="1200" dirty="0">
                <a:solidFill>
                  <a:schemeClr val="tx1"/>
                </a:solidFill>
                <a:latin typeface="Arial" panose="020B0604020202020204" pitchFamily="34" charset="0"/>
                <a:cs typeface="Arial" panose="020B0604020202020204" pitchFamily="34" charset="0"/>
              </a:rPr>
              <a:t>Lecture 9</a:t>
            </a:r>
            <a:endParaRPr lang="ru-RU" sz="1200" dirty="0">
              <a:solidFill>
                <a:schemeClr val="tx1"/>
              </a:solidFill>
              <a:latin typeface="Arial" panose="020B0604020202020204" pitchFamily="34" charset="0"/>
              <a:cs typeface="Arial" panose="020B0604020202020204" pitchFamily="34" charset="0"/>
            </a:endParaRPr>
          </a:p>
        </p:txBody>
      </p:sp>
      <p:sp>
        <p:nvSpPr>
          <p:cNvPr id="4" name="Заголовок 3"/>
          <p:cNvSpPr>
            <a:spLocks noGrp="1"/>
          </p:cNvSpPr>
          <p:nvPr>
            <p:ph type="title"/>
          </p:nvPr>
        </p:nvSpPr>
        <p:spPr>
          <a:xfrm>
            <a:off x="585897" y="1317158"/>
            <a:ext cx="11271806" cy="777025"/>
          </a:xfrm>
        </p:spPr>
        <p:txBody>
          <a:bodyPr>
            <a:noAutofit/>
          </a:bodyPr>
          <a:lstStyle/>
          <a:p>
            <a:r>
              <a:rPr lang="en-US" sz="3400" b="1" dirty="0">
                <a:latin typeface="Arial" panose="020B0604020202020204" pitchFamily="34" charset="0"/>
                <a:cs typeface="Arial" panose="020B0604020202020204" pitchFamily="34" charset="0"/>
              </a:rPr>
              <a:t>Choice between a model with random and fixed effects</a:t>
            </a:r>
            <a:endParaRPr lang="ru-RU" sz="3400" b="1" dirty="0">
              <a:latin typeface="Arial" panose="020B0604020202020204" pitchFamily="34" charset="0"/>
              <a:cs typeface="Arial" panose="020B0604020202020204" pitchFamily="34" charset="0"/>
            </a:endParaRPr>
          </a:p>
        </p:txBody>
      </p:sp>
      <p:sp>
        <p:nvSpPr>
          <p:cNvPr id="5" name="Текст 4"/>
          <p:cNvSpPr>
            <a:spLocks noGrp="1"/>
          </p:cNvSpPr>
          <p:nvPr>
            <p:ph type="body" sz="quarter" idx="12"/>
          </p:nvPr>
        </p:nvSpPr>
        <p:spPr>
          <a:xfrm>
            <a:off x="718801" y="2274895"/>
            <a:ext cx="10489973" cy="3848315"/>
          </a:xfrm>
        </p:spPr>
        <p:txBody>
          <a:bodyPr numCol="1"/>
          <a:lstStyle/>
          <a:p>
            <a:pPr algn="just">
              <a:spcBef>
                <a:spcPts val="0"/>
              </a:spcBef>
            </a:pPr>
            <a:r>
              <a:rPr lang="ru-BY" sz="2400" dirty="0">
                <a:solidFill>
                  <a:schemeClr val="bg2">
                    <a:lumMod val="10000"/>
                  </a:schemeClr>
                </a:solidFill>
                <a:latin typeface="Arial" panose="020B0604020202020204" pitchFamily="34" charset="0"/>
                <a:cs typeface="Arial" panose="020B0604020202020204" pitchFamily="34" charset="0"/>
              </a:rPr>
              <a:t>	</a:t>
            </a:r>
            <a:r>
              <a:rPr lang="en-US" sz="2400" dirty="0">
                <a:solidFill>
                  <a:schemeClr val="bg2">
                    <a:lumMod val="10000"/>
                  </a:schemeClr>
                </a:solidFill>
                <a:latin typeface="Arial" panose="020B0604020202020204" pitchFamily="34" charset="0"/>
                <a:cs typeface="Arial" panose="020B0604020202020204" pitchFamily="34" charset="0"/>
              </a:rPr>
              <a:t>The advantage of a model with random effects is that it can include regressors, which for each object are constant over time. But the limitation of this model is that regressors and individual effects should not correlate (this limitation is absent in the model with fixed effects).</a:t>
            </a:r>
            <a:endParaRPr lang="ru-RU" sz="2400" dirty="0">
              <a:solidFill>
                <a:schemeClr val="bg2">
                  <a:lumMod val="10000"/>
                </a:schemeClr>
              </a:solidFill>
              <a:latin typeface="Arial" panose="020B0604020202020204" pitchFamily="34" charset="0"/>
              <a:cs typeface="Arial" panose="020B0604020202020204" pitchFamily="34" charset="0"/>
            </a:endParaRPr>
          </a:p>
          <a:p>
            <a:pPr algn="just">
              <a:spcBef>
                <a:spcPts val="0"/>
              </a:spcBef>
            </a:pPr>
            <a:r>
              <a:rPr lang="ru-RU" sz="2400" dirty="0">
                <a:solidFill>
                  <a:schemeClr val="bg2">
                    <a:lumMod val="10000"/>
                  </a:schemeClr>
                </a:solidFill>
                <a:latin typeface="Arial" panose="020B0604020202020204" pitchFamily="34" charset="0"/>
                <a:cs typeface="Arial" panose="020B0604020202020204" pitchFamily="34" charset="0"/>
              </a:rPr>
              <a:t>	</a:t>
            </a:r>
            <a:r>
              <a:rPr lang="en-US" sz="2400" dirty="0">
                <a:solidFill>
                  <a:schemeClr val="bg2">
                    <a:lumMod val="10000"/>
                  </a:schemeClr>
                </a:solidFill>
                <a:latin typeface="Arial" panose="020B0604020202020204" pitchFamily="34" charset="0"/>
                <a:cs typeface="Arial" panose="020B0604020202020204" pitchFamily="34" charset="0"/>
              </a:rPr>
              <a:t>It is recommended to use a random effects model when objects are randomly extracted from the general population. For example, we randomly select a thousand organizations out of a million. If we randomly sample again, we will select a different set of 1000 organizations with different set of individual effects. Then the individual effects will be random.</a:t>
            </a:r>
          </a:p>
          <a:p>
            <a:pPr algn="just">
              <a:spcBef>
                <a:spcPts val="0"/>
              </a:spcBef>
            </a:pPr>
            <a:r>
              <a:rPr lang="en-US" sz="2400" dirty="0">
                <a:solidFill>
                  <a:schemeClr val="bg2">
                    <a:lumMod val="10000"/>
                  </a:schemeClr>
                </a:solidFill>
                <a:latin typeface="Arial" panose="020B0604020202020204" pitchFamily="34" charset="0"/>
                <a:cs typeface="Arial" panose="020B0604020202020204" pitchFamily="34" charset="0"/>
              </a:rPr>
              <a:t>	For country or regional samples, fixed effects models are usually used because a different set of countries or regions cannot be selected, it is fixed.</a:t>
            </a:r>
          </a:p>
        </p:txBody>
      </p:sp>
      <p:sp>
        <p:nvSpPr>
          <p:cNvPr id="6" name="Текст 5"/>
          <p:cNvSpPr>
            <a:spLocks noGrp="1"/>
          </p:cNvSpPr>
          <p:nvPr>
            <p:ph type="body" sz="quarter" idx="15"/>
          </p:nvPr>
        </p:nvSpPr>
        <p:spPr/>
        <p:txBody>
          <a:bodyPr vert="horz" lIns="0" tIns="0" rIns="0" bIns="0" rtlCol="0">
            <a:noAutofit/>
          </a:bodyPr>
          <a:lstStyle/>
          <a:p>
            <a:r>
              <a:rPr lang="fr-FR" sz="1200" dirty="0">
                <a:solidFill>
                  <a:schemeClr val="tx1"/>
                </a:solidFill>
                <a:latin typeface="Arial" panose="020B0604020202020204" pitchFamily="34" charset="0"/>
                <a:cs typeface="Arial" panose="020B0604020202020204" pitchFamily="34" charset="0"/>
              </a:rPr>
              <a:t>Panel Data Analysis</a:t>
            </a:r>
            <a:endParaRPr lang="ru-RU" sz="12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9139591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Прямоугольник 14"/>
          <p:cNvSpPr/>
          <p:nvPr/>
        </p:nvSpPr>
        <p:spPr>
          <a:xfrm>
            <a:off x="851595" y="4091378"/>
            <a:ext cx="6951583" cy="923330"/>
          </a:xfrm>
          <a:prstGeom prst="rect">
            <a:avLst/>
          </a:prstGeom>
        </p:spPr>
        <p:txBody>
          <a:bodyPr wrap="none">
            <a:spAutoFit/>
          </a:bodyPr>
          <a:lstStyle/>
          <a:p>
            <a:r>
              <a:rPr lang="en-US" dirty="0">
                <a:solidFill>
                  <a:schemeClr val="bg2">
                    <a:lumMod val="10000"/>
                  </a:schemeClr>
                </a:solidFill>
                <a:latin typeface="Arial" panose="020B0604020202020204" pitchFamily="34" charset="0"/>
                <a:cs typeface="Arial" panose="020B0604020202020204" pitchFamily="34" charset="0"/>
              </a:rPr>
              <a:t>H0: the variance of individual effects is zero</a:t>
            </a:r>
            <a:endParaRPr lang="ru-RU" dirty="0">
              <a:solidFill>
                <a:schemeClr val="bg2">
                  <a:lumMod val="10000"/>
                </a:schemeClr>
              </a:solidFill>
              <a:latin typeface="Arial" panose="020B0604020202020204" pitchFamily="34" charset="0"/>
              <a:cs typeface="Arial" panose="020B0604020202020204" pitchFamily="34" charset="0"/>
            </a:endParaRPr>
          </a:p>
          <a:p>
            <a:endParaRPr lang="ru-RU" dirty="0">
              <a:solidFill>
                <a:schemeClr val="bg2">
                  <a:lumMod val="10000"/>
                </a:schemeClr>
              </a:solidFill>
              <a:latin typeface="Arial" panose="020B0604020202020204" pitchFamily="34" charset="0"/>
              <a:cs typeface="Arial" panose="020B0604020202020204" pitchFamily="34" charset="0"/>
            </a:endParaRPr>
          </a:p>
          <a:p>
            <a:r>
              <a:rPr lang="en-US" dirty="0">
                <a:solidFill>
                  <a:schemeClr val="bg2">
                    <a:lumMod val="10000"/>
                  </a:schemeClr>
                </a:solidFill>
                <a:latin typeface="Arial" panose="020B0604020202020204" pitchFamily="34" charset="0"/>
                <a:cs typeface="Arial" panose="020B0604020202020204" pitchFamily="34" charset="0"/>
              </a:rPr>
              <a:t>If H0 is rejected the random effects regression should be selected.</a:t>
            </a:r>
            <a:endParaRPr lang="ru-RU" dirty="0">
              <a:solidFill>
                <a:schemeClr val="bg2">
                  <a:lumMod val="10000"/>
                </a:schemeClr>
              </a:solidFill>
              <a:latin typeface="Arial" panose="020B0604020202020204" pitchFamily="34" charset="0"/>
              <a:cs typeface="Arial" panose="020B0604020202020204" pitchFamily="34" charset="0"/>
            </a:endParaRPr>
          </a:p>
        </p:txBody>
      </p:sp>
      <p:sp>
        <p:nvSpPr>
          <p:cNvPr id="2" name="Текст 1"/>
          <p:cNvSpPr>
            <a:spLocks noGrp="1"/>
          </p:cNvSpPr>
          <p:nvPr>
            <p:ph type="body" sz="quarter" idx="13"/>
          </p:nvPr>
        </p:nvSpPr>
        <p:spPr>
          <a:xfrm>
            <a:off x="1143689" y="540904"/>
            <a:ext cx="2024054" cy="415925"/>
          </a:xfrm>
        </p:spPr>
        <p:txBody>
          <a:bodyPr/>
          <a:lstStyle/>
          <a:p>
            <a:r>
              <a:rPr lang="fr-FR" sz="1200" dirty="0">
                <a:latin typeface="Arial" panose="020B0604020202020204" pitchFamily="34" charset="0"/>
                <a:cs typeface="Arial" panose="020B0604020202020204" pitchFamily="34" charset="0"/>
              </a:rPr>
              <a:t>Data Analysis</a:t>
            </a:r>
            <a:endParaRPr lang="ru-RU" sz="1200" dirty="0">
              <a:latin typeface="Arial" panose="020B0604020202020204" pitchFamily="34" charset="0"/>
              <a:cs typeface="Arial" panose="020B0604020202020204" pitchFamily="34" charset="0"/>
            </a:endParaRPr>
          </a:p>
        </p:txBody>
      </p:sp>
      <p:sp>
        <p:nvSpPr>
          <p:cNvPr id="3" name="Текст 2"/>
          <p:cNvSpPr>
            <a:spLocks noGrp="1"/>
          </p:cNvSpPr>
          <p:nvPr>
            <p:ph type="body" sz="quarter" idx="14"/>
          </p:nvPr>
        </p:nvSpPr>
        <p:spPr/>
        <p:txBody>
          <a:bodyPr vert="horz" lIns="0" tIns="0" rIns="0" bIns="0" rtlCol="0">
            <a:noAutofit/>
          </a:bodyPr>
          <a:lstStyle/>
          <a:p>
            <a:r>
              <a:rPr lang="fr-FR" sz="1200" dirty="0">
                <a:solidFill>
                  <a:schemeClr val="tx1"/>
                </a:solidFill>
                <a:latin typeface="Arial" panose="020B0604020202020204" pitchFamily="34" charset="0"/>
                <a:cs typeface="Arial" panose="020B0604020202020204" pitchFamily="34" charset="0"/>
              </a:rPr>
              <a:t>Lecture 9</a:t>
            </a:r>
            <a:endParaRPr lang="ru-RU" sz="1200" dirty="0">
              <a:solidFill>
                <a:schemeClr val="tx1"/>
              </a:solidFill>
              <a:latin typeface="Arial" panose="020B0604020202020204" pitchFamily="34" charset="0"/>
              <a:cs typeface="Arial" panose="020B0604020202020204" pitchFamily="34" charset="0"/>
            </a:endParaRPr>
          </a:p>
        </p:txBody>
      </p:sp>
      <p:sp>
        <p:nvSpPr>
          <p:cNvPr id="4" name="Заголовок 3"/>
          <p:cNvSpPr>
            <a:spLocks noGrp="1"/>
          </p:cNvSpPr>
          <p:nvPr>
            <p:ph type="title"/>
          </p:nvPr>
        </p:nvSpPr>
        <p:spPr>
          <a:xfrm>
            <a:off x="585897" y="1258166"/>
            <a:ext cx="11271806" cy="777025"/>
          </a:xfrm>
        </p:spPr>
        <p:txBody>
          <a:bodyPr>
            <a:noAutofit/>
          </a:bodyPr>
          <a:lstStyle/>
          <a:p>
            <a:r>
              <a:rPr lang="en-US" sz="3400" b="1" dirty="0">
                <a:latin typeface="Arial" panose="020B0604020202020204" pitchFamily="34" charset="0"/>
                <a:cs typeface="Arial" panose="020B0604020202020204" pitchFamily="34" charset="0"/>
              </a:rPr>
              <a:t>Select a model</a:t>
            </a:r>
            <a:endParaRPr lang="ru-RU" sz="3400" b="1" dirty="0">
              <a:latin typeface="Arial" panose="020B0604020202020204" pitchFamily="34" charset="0"/>
              <a:cs typeface="Arial" panose="020B0604020202020204" pitchFamily="34" charset="0"/>
            </a:endParaRPr>
          </a:p>
        </p:txBody>
      </p:sp>
      <p:sp>
        <p:nvSpPr>
          <p:cNvPr id="6" name="Текст 5"/>
          <p:cNvSpPr>
            <a:spLocks noGrp="1"/>
          </p:cNvSpPr>
          <p:nvPr>
            <p:ph type="body" sz="quarter" idx="15"/>
          </p:nvPr>
        </p:nvSpPr>
        <p:spPr/>
        <p:txBody>
          <a:bodyPr vert="horz" lIns="0" tIns="0" rIns="0" bIns="0" rtlCol="0">
            <a:noAutofit/>
          </a:bodyPr>
          <a:lstStyle/>
          <a:p>
            <a:r>
              <a:rPr lang="fr-FR" sz="1200" dirty="0">
                <a:solidFill>
                  <a:schemeClr val="tx1"/>
                </a:solidFill>
                <a:latin typeface="Arial" panose="020B0604020202020204" pitchFamily="34" charset="0"/>
                <a:cs typeface="Arial" panose="020B0604020202020204" pitchFamily="34" charset="0"/>
              </a:rPr>
              <a:t>Panel Data Analysis</a:t>
            </a:r>
            <a:endParaRPr lang="ru-RU" sz="1200" dirty="0">
              <a:solidFill>
                <a:schemeClr val="tx1"/>
              </a:solidFill>
              <a:latin typeface="Arial" panose="020B0604020202020204" pitchFamily="34" charset="0"/>
              <a:cs typeface="Arial" panose="020B0604020202020204" pitchFamily="34" charset="0"/>
            </a:endParaRPr>
          </a:p>
        </p:txBody>
      </p:sp>
      <p:pic>
        <p:nvPicPr>
          <p:cNvPr id="7" name="Рисунок 6" descr="Вырезка экрана"/>
          <p:cNvPicPr>
            <a:picLocks noChangeAspect="1"/>
          </p:cNvPicPr>
          <p:nvPr/>
        </p:nvPicPr>
        <p:blipFill rotWithShape="1">
          <a:blip r:embed="rId2">
            <a:extLst>
              <a:ext uri="{BEBA8EAE-BF5A-486C-A8C5-ECC9F3942E4B}">
                <a14:imgProps xmlns:a14="http://schemas.microsoft.com/office/drawing/2010/main">
                  <a14:imgLayer r:embed="rId3">
                    <a14:imgEffect>
                      <a14:sharpenSoften amount="50000"/>
                    </a14:imgEffect>
                    <a14:imgEffect>
                      <a14:brightnessContrast bright="20000" contrast="-20000"/>
                    </a14:imgEffect>
                  </a14:imgLayer>
                </a14:imgProps>
              </a:ext>
              <a:ext uri="{28A0092B-C50C-407E-A947-70E740481C1C}">
                <a14:useLocalDpi xmlns:a14="http://schemas.microsoft.com/office/drawing/2010/main" val="0"/>
              </a:ext>
            </a:extLst>
          </a:blip>
          <a:srcRect t="16406" b="73455"/>
          <a:stretch/>
        </p:blipFill>
        <p:spPr>
          <a:xfrm>
            <a:off x="502857" y="1908877"/>
            <a:ext cx="7782891" cy="540000"/>
          </a:xfrm>
          <a:prstGeom prst="rect">
            <a:avLst/>
          </a:prstGeom>
        </p:spPr>
      </p:pic>
      <p:pic>
        <p:nvPicPr>
          <p:cNvPr id="8" name="Рисунок 7" descr="Вырезка экрана"/>
          <p:cNvPicPr>
            <a:picLocks noChangeAspect="1"/>
          </p:cNvPicPr>
          <p:nvPr/>
        </p:nvPicPr>
        <p:blipFill rotWithShape="1">
          <a:blip r:embed="rId2">
            <a:extLst>
              <a:ext uri="{BEBA8EAE-BF5A-486C-A8C5-ECC9F3942E4B}">
                <a14:imgProps xmlns:a14="http://schemas.microsoft.com/office/drawing/2010/main">
                  <a14:imgLayer r:embed="rId3">
                    <a14:imgEffect>
                      <a14:sharpenSoften amount="50000"/>
                    </a14:imgEffect>
                    <a14:imgEffect>
                      <a14:brightnessContrast bright="20000" contrast="-20000"/>
                    </a14:imgEffect>
                  </a14:imgLayer>
                </a14:imgProps>
              </a:ext>
              <a:ext uri="{28A0092B-C50C-407E-A947-70E740481C1C}">
                <a14:useLocalDpi xmlns:a14="http://schemas.microsoft.com/office/drawing/2010/main" val="0"/>
              </a:ext>
            </a:extLst>
          </a:blip>
          <a:srcRect t="71296" b="20997"/>
          <a:stretch/>
        </p:blipFill>
        <p:spPr>
          <a:xfrm>
            <a:off x="426778" y="5176499"/>
            <a:ext cx="8191313" cy="432000"/>
          </a:xfrm>
          <a:prstGeom prst="rect">
            <a:avLst/>
          </a:prstGeom>
        </p:spPr>
      </p:pic>
      <p:pic>
        <p:nvPicPr>
          <p:cNvPr id="9" name="Рисунок 8" descr="Вырезка экрана"/>
          <p:cNvPicPr>
            <a:picLocks noChangeAspect="1"/>
          </p:cNvPicPr>
          <p:nvPr/>
        </p:nvPicPr>
        <p:blipFill rotWithShape="1">
          <a:blip r:embed="rId2">
            <a:extLst>
              <a:ext uri="{BEBA8EAE-BF5A-486C-A8C5-ECC9F3942E4B}">
                <a14:imgProps xmlns:a14="http://schemas.microsoft.com/office/drawing/2010/main">
                  <a14:imgLayer r:embed="rId3">
                    <a14:imgEffect>
                      <a14:sharpenSoften amount="50000"/>
                    </a14:imgEffect>
                    <a14:imgEffect>
                      <a14:brightnessContrast bright="20000" contrast="-20000"/>
                    </a14:imgEffect>
                  </a14:imgLayer>
                </a14:imgProps>
              </a:ext>
              <a:ext uri="{28A0092B-C50C-407E-A947-70E740481C1C}">
                <a14:useLocalDpi xmlns:a14="http://schemas.microsoft.com/office/drawing/2010/main" val="0"/>
              </a:ext>
            </a:extLst>
          </a:blip>
          <a:srcRect t="43750" b="46533"/>
          <a:stretch/>
        </p:blipFill>
        <p:spPr>
          <a:xfrm>
            <a:off x="471029" y="3542688"/>
            <a:ext cx="8120681" cy="540000"/>
          </a:xfrm>
          <a:prstGeom prst="rect">
            <a:avLst/>
          </a:prstGeom>
        </p:spPr>
      </p:pic>
      <p:sp>
        <p:nvSpPr>
          <p:cNvPr id="12" name="Прямоугольник 11"/>
          <p:cNvSpPr/>
          <p:nvPr/>
        </p:nvSpPr>
        <p:spPr>
          <a:xfrm>
            <a:off x="846677" y="2493634"/>
            <a:ext cx="6656630" cy="923330"/>
          </a:xfrm>
          <a:prstGeom prst="rect">
            <a:avLst/>
          </a:prstGeom>
        </p:spPr>
        <p:txBody>
          <a:bodyPr wrap="none">
            <a:spAutoFit/>
          </a:bodyPr>
          <a:lstStyle/>
          <a:p>
            <a:r>
              <a:rPr lang="en-US" dirty="0">
                <a:solidFill>
                  <a:schemeClr val="bg2">
                    <a:lumMod val="10000"/>
                  </a:schemeClr>
                </a:solidFill>
                <a:latin typeface="Arial" panose="020B0604020202020204" pitchFamily="34" charset="0"/>
                <a:cs typeface="Arial" panose="020B0604020202020204" pitchFamily="34" charset="0"/>
              </a:rPr>
              <a:t>H0: all individual effects are the same and equal to zero.</a:t>
            </a:r>
          </a:p>
          <a:p>
            <a:endParaRPr lang="ru-RU" dirty="0">
              <a:solidFill>
                <a:schemeClr val="bg2">
                  <a:lumMod val="10000"/>
                </a:schemeClr>
              </a:solidFill>
              <a:latin typeface="Arial" panose="020B0604020202020204" pitchFamily="34" charset="0"/>
              <a:cs typeface="Arial" panose="020B0604020202020204" pitchFamily="34" charset="0"/>
            </a:endParaRPr>
          </a:p>
          <a:p>
            <a:r>
              <a:rPr lang="en-US" dirty="0">
                <a:solidFill>
                  <a:schemeClr val="bg2">
                    <a:lumMod val="10000"/>
                  </a:schemeClr>
                </a:solidFill>
                <a:latin typeface="Arial" panose="020B0604020202020204" pitchFamily="34" charset="0"/>
                <a:cs typeface="Arial" panose="020B0604020202020204" pitchFamily="34" charset="0"/>
              </a:rPr>
              <a:t>If H0 is rejected the fixed effects regression should be selected.</a:t>
            </a:r>
            <a:endParaRPr lang="ru-RU" dirty="0">
              <a:solidFill>
                <a:schemeClr val="bg2">
                  <a:lumMod val="10000"/>
                </a:schemeClr>
              </a:solidFill>
              <a:latin typeface="Arial" panose="020B0604020202020204" pitchFamily="34" charset="0"/>
              <a:cs typeface="Arial" panose="020B0604020202020204" pitchFamily="34" charset="0"/>
            </a:endParaRPr>
          </a:p>
        </p:txBody>
      </p:sp>
      <p:cxnSp>
        <p:nvCxnSpPr>
          <p:cNvPr id="14" name="Прямая соединительная линия 13"/>
          <p:cNvCxnSpPr/>
          <p:nvPr/>
        </p:nvCxnSpPr>
        <p:spPr>
          <a:xfrm>
            <a:off x="920417" y="3490704"/>
            <a:ext cx="9698420" cy="0"/>
          </a:xfrm>
          <a:prstGeom prst="line">
            <a:avLst/>
          </a:prstGeom>
          <a:ln w="38100">
            <a:solidFill>
              <a:srgbClr val="FF0000"/>
            </a:solidFill>
            <a:prstDash val="dash"/>
          </a:ln>
        </p:spPr>
        <p:style>
          <a:lnRef idx="1">
            <a:schemeClr val="accent2"/>
          </a:lnRef>
          <a:fillRef idx="0">
            <a:schemeClr val="accent2"/>
          </a:fillRef>
          <a:effectRef idx="0">
            <a:schemeClr val="accent2"/>
          </a:effectRef>
          <a:fontRef idx="minor">
            <a:schemeClr val="tx1"/>
          </a:fontRef>
        </p:style>
      </p:cxnSp>
      <p:cxnSp>
        <p:nvCxnSpPr>
          <p:cNvPr id="16" name="Прямая соединительная линия 15"/>
          <p:cNvCxnSpPr/>
          <p:nvPr/>
        </p:nvCxnSpPr>
        <p:spPr>
          <a:xfrm>
            <a:off x="910589" y="5117943"/>
            <a:ext cx="9698420" cy="0"/>
          </a:xfrm>
          <a:prstGeom prst="line">
            <a:avLst/>
          </a:prstGeom>
          <a:ln w="38100">
            <a:solidFill>
              <a:srgbClr val="FF0000"/>
            </a:solidFill>
            <a:prstDash val="dash"/>
          </a:ln>
        </p:spPr>
        <p:style>
          <a:lnRef idx="1">
            <a:schemeClr val="accent2"/>
          </a:lnRef>
          <a:fillRef idx="0">
            <a:schemeClr val="accent2"/>
          </a:fillRef>
          <a:effectRef idx="0">
            <a:schemeClr val="accent2"/>
          </a:effectRef>
          <a:fontRef idx="minor">
            <a:schemeClr val="tx1"/>
          </a:fontRef>
        </p:style>
      </p:cxnSp>
      <p:sp>
        <p:nvSpPr>
          <p:cNvPr id="17" name="Прямоугольник 16"/>
          <p:cNvSpPr/>
          <p:nvPr/>
        </p:nvSpPr>
        <p:spPr>
          <a:xfrm>
            <a:off x="856513" y="5674375"/>
            <a:ext cx="6656630" cy="923330"/>
          </a:xfrm>
          <a:prstGeom prst="rect">
            <a:avLst/>
          </a:prstGeom>
        </p:spPr>
        <p:txBody>
          <a:bodyPr wrap="none">
            <a:spAutoFit/>
          </a:bodyPr>
          <a:lstStyle/>
          <a:p>
            <a:r>
              <a:rPr lang="en-US" dirty="0">
                <a:solidFill>
                  <a:schemeClr val="bg2">
                    <a:lumMod val="10000"/>
                  </a:schemeClr>
                </a:solidFill>
                <a:latin typeface="Arial" panose="020B0604020202020204" pitchFamily="34" charset="0"/>
                <a:cs typeface="Arial" panose="020B0604020202020204" pitchFamily="34" charset="0"/>
              </a:rPr>
              <a:t>H0: individual effects and </a:t>
            </a:r>
            <a:r>
              <a:rPr lang="en-US" dirty="0" err="1">
                <a:solidFill>
                  <a:schemeClr val="bg2">
                    <a:lumMod val="10000"/>
                  </a:schemeClr>
                </a:solidFill>
                <a:latin typeface="Arial" panose="020B0604020202020204" pitchFamily="34" charset="0"/>
                <a:cs typeface="Arial" panose="020B0604020202020204" pitchFamily="34" charset="0"/>
              </a:rPr>
              <a:t>regressors</a:t>
            </a:r>
            <a:r>
              <a:rPr lang="en-US" dirty="0">
                <a:solidFill>
                  <a:schemeClr val="bg2">
                    <a:lumMod val="10000"/>
                  </a:schemeClr>
                </a:solidFill>
                <a:latin typeface="Arial" panose="020B0604020202020204" pitchFamily="34" charset="0"/>
                <a:cs typeface="Arial" panose="020B0604020202020204" pitchFamily="34" charset="0"/>
              </a:rPr>
              <a:t> are not correlated</a:t>
            </a:r>
            <a:endParaRPr lang="ru-RU" dirty="0">
              <a:solidFill>
                <a:schemeClr val="bg2">
                  <a:lumMod val="10000"/>
                </a:schemeClr>
              </a:solidFill>
              <a:latin typeface="Arial" panose="020B0604020202020204" pitchFamily="34" charset="0"/>
              <a:cs typeface="Arial" panose="020B0604020202020204" pitchFamily="34" charset="0"/>
            </a:endParaRPr>
          </a:p>
          <a:p>
            <a:endParaRPr lang="ru-RU" dirty="0">
              <a:solidFill>
                <a:schemeClr val="bg2">
                  <a:lumMod val="10000"/>
                </a:schemeClr>
              </a:solidFill>
              <a:latin typeface="Arial" panose="020B0604020202020204" pitchFamily="34" charset="0"/>
              <a:cs typeface="Arial" panose="020B0604020202020204" pitchFamily="34" charset="0"/>
            </a:endParaRPr>
          </a:p>
          <a:p>
            <a:r>
              <a:rPr lang="en-US" dirty="0">
                <a:solidFill>
                  <a:schemeClr val="bg2">
                    <a:lumMod val="10000"/>
                  </a:schemeClr>
                </a:solidFill>
                <a:latin typeface="Arial" panose="020B0604020202020204" pitchFamily="34" charset="0"/>
                <a:cs typeface="Arial" panose="020B0604020202020204" pitchFamily="34" charset="0"/>
              </a:rPr>
              <a:t>If H0 is rejected the fixed effects regression should be selected.</a:t>
            </a:r>
            <a:endParaRPr lang="ru-RU" dirty="0">
              <a:solidFill>
                <a:schemeClr val="bg2">
                  <a:lumMod val="1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3132639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p:cNvSpPr>
            <a:spLocks noGrp="1"/>
          </p:cNvSpPr>
          <p:nvPr>
            <p:ph type="body" sz="quarter" idx="13"/>
          </p:nvPr>
        </p:nvSpPr>
        <p:spPr>
          <a:xfrm>
            <a:off x="1143689" y="540904"/>
            <a:ext cx="2024054" cy="415925"/>
          </a:xfrm>
        </p:spPr>
        <p:txBody>
          <a:bodyPr/>
          <a:lstStyle/>
          <a:p>
            <a:r>
              <a:rPr lang="fr-FR" sz="1200" dirty="0">
                <a:latin typeface="Arial" panose="020B0604020202020204" pitchFamily="34" charset="0"/>
                <a:cs typeface="Arial" panose="020B0604020202020204" pitchFamily="34" charset="0"/>
              </a:rPr>
              <a:t>Data Analysis</a:t>
            </a:r>
            <a:endParaRPr lang="ru-RU" sz="1200" dirty="0">
              <a:latin typeface="Arial" panose="020B0604020202020204" pitchFamily="34" charset="0"/>
              <a:cs typeface="Arial" panose="020B0604020202020204" pitchFamily="34" charset="0"/>
            </a:endParaRPr>
          </a:p>
        </p:txBody>
      </p:sp>
      <p:sp>
        <p:nvSpPr>
          <p:cNvPr id="3" name="Текст 2"/>
          <p:cNvSpPr>
            <a:spLocks noGrp="1"/>
          </p:cNvSpPr>
          <p:nvPr>
            <p:ph type="body" sz="quarter" idx="14"/>
          </p:nvPr>
        </p:nvSpPr>
        <p:spPr/>
        <p:txBody>
          <a:bodyPr vert="horz" lIns="0" tIns="0" rIns="0" bIns="0" rtlCol="0">
            <a:noAutofit/>
          </a:bodyPr>
          <a:lstStyle/>
          <a:p>
            <a:r>
              <a:rPr lang="fr-FR" sz="1200" dirty="0">
                <a:solidFill>
                  <a:schemeClr val="tx1"/>
                </a:solidFill>
                <a:latin typeface="Arial" panose="020B0604020202020204" pitchFamily="34" charset="0"/>
                <a:cs typeface="Arial" panose="020B0604020202020204" pitchFamily="34" charset="0"/>
              </a:rPr>
              <a:t>Lecture 9</a:t>
            </a:r>
            <a:endParaRPr lang="ru-RU" sz="1200" dirty="0">
              <a:solidFill>
                <a:schemeClr val="tx1"/>
              </a:solidFill>
              <a:latin typeface="Arial" panose="020B0604020202020204" pitchFamily="34" charset="0"/>
              <a:cs typeface="Arial" panose="020B0604020202020204" pitchFamily="34" charset="0"/>
            </a:endParaRPr>
          </a:p>
        </p:txBody>
      </p:sp>
      <p:sp>
        <p:nvSpPr>
          <p:cNvPr id="4" name="Заголовок 3"/>
          <p:cNvSpPr>
            <a:spLocks noGrp="1"/>
          </p:cNvSpPr>
          <p:nvPr>
            <p:ph type="title"/>
          </p:nvPr>
        </p:nvSpPr>
        <p:spPr>
          <a:xfrm>
            <a:off x="585897" y="1317158"/>
            <a:ext cx="11057955" cy="777025"/>
          </a:xfrm>
        </p:spPr>
        <p:txBody>
          <a:bodyPr>
            <a:noAutofit/>
          </a:bodyPr>
          <a:lstStyle/>
          <a:p>
            <a:r>
              <a:rPr lang="en-US" sz="3400" b="1" dirty="0">
                <a:latin typeface="Arial" panose="020B0604020202020204" pitchFamily="34" charset="0"/>
                <a:cs typeface="Arial" panose="020B0604020202020204" pitchFamily="34" charset="0"/>
              </a:rPr>
              <a:t>Useful links</a:t>
            </a:r>
            <a:endParaRPr lang="ru-RU" sz="3400" b="1" dirty="0">
              <a:latin typeface="Arial" panose="020B0604020202020204" pitchFamily="34" charset="0"/>
              <a:cs typeface="Arial" panose="020B0604020202020204" pitchFamily="34" charset="0"/>
            </a:endParaRPr>
          </a:p>
        </p:txBody>
      </p:sp>
      <p:sp>
        <p:nvSpPr>
          <p:cNvPr id="5" name="Текст 4"/>
          <p:cNvSpPr>
            <a:spLocks noGrp="1"/>
          </p:cNvSpPr>
          <p:nvPr>
            <p:ph type="body" sz="quarter" idx="12"/>
          </p:nvPr>
        </p:nvSpPr>
        <p:spPr>
          <a:xfrm>
            <a:off x="585896" y="2065253"/>
            <a:ext cx="11057955" cy="3848315"/>
          </a:xfrm>
        </p:spPr>
        <p:txBody>
          <a:bodyPr numCol="1"/>
          <a:lstStyle/>
          <a:p>
            <a:pPr marL="0" lvl="1">
              <a:spcBef>
                <a:spcPts val="0"/>
              </a:spcBef>
            </a:pPr>
            <a:endParaRPr lang="en-US" sz="2400" dirty="0">
              <a:solidFill>
                <a:schemeClr val="bg2">
                  <a:lumMod val="10000"/>
                </a:schemeClr>
              </a:solidFill>
              <a:latin typeface="Arial" panose="020B0604020202020204" pitchFamily="34" charset="0"/>
              <a:cs typeface="Arial" panose="020B0604020202020204" pitchFamily="34" charset="0"/>
              <a:hlinkClick r:id="rId2"/>
            </a:endParaRPr>
          </a:p>
          <a:p>
            <a:pPr lvl="1" indent="-457200">
              <a:spcBef>
                <a:spcPts val="0"/>
              </a:spcBef>
              <a:spcAft>
                <a:spcPts val="1200"/>
              </a:spcAft>
              <a:buFont typeface="Arial" panose="020B0604020202020204" pitchFamily="34" charset="0"/>
              <a:buChar char="•"/>
            </a:pPr>
            <a:r>
              <a:rPr lang="en-US" sz="2400" dirty="0">
                <a:solidFill>
                  <a:schemeClr val="bg2">
                    <a:lumMod val="10000"/>
                  </a:schemeClr>
                </a:solidFill>
                <a:latin typeface="Arial" panose="020B0604020202020204" pitchFamily="34" charset="0"/>
                <a:cs typeface="Arial" panose="020B0604020202020204" pitchFamily="34" charset="0"/>
                <a:hlinkClick r:id="rId2"/>
              </a:rPr>
              <a:t>http://www.cantab.net/users/bf100/pdf/pd_slides_fingleton.pdf</a:t>
            </a:r>
            <a:endParaRPr lang="ru-RU" sz="2400" dirty="0">
              <a:solidFill>
                <a:schemeClr val="bg2">
                  <a:lumMod val="10000"/>
                </a:schemeClr>
              </a:solidFill>
              <a:latin typeface="Arial" panose="020B0604020202020204" pitchFamily="34" charset="0"/>
              <a:cs typeface="Arial" panose="020B0604020202020204" pitchFamily="34" charset="0"/>
              <a:hlinkClick r:id="rId2"/>
            </a:endParaRPr>
          </a:p>
          <a:p>
            <a:pPr lvl="1" indent="-457200">
              <a:spcBef>
                <a:spcPts val="0"/>
              </a:spcBef>
              <a:spcAft>
                <a:spcPts val="1200"/>
              </a:spcAft>
              <a:buFont typeface="Arial" panose="020B0604020202020204" pitchFamily="34" charset="0"/>
              <a:buChar char="•"/>
            </a:pPr>
            <a:r>
              <a:rPr lang="fr-FR" sz="2400" dirty="0">
                <a:solidFill>
                  <a:schemeClr val="bg2">
                    <a:lumMod val="10000"/>
                  </a:schemeClr>
                </a:solidFill>
                <a:latin typeface="Arial" panose="020B0604020202020204" pitchFamily="34" charset="0"/>
                <a:cs typeface="Arial" panose="020B0604020202020204" pitchFamily="34" charset="0"/>
                <a:hlinkClick r:id="rId3"/>
              </a:rPr>
              <a:t>https://bashtage.github.io/linearmodels/panel/examples/data-formats.html</a:t>
            </a:r>
            <a:endParaRPr lang="fr-FR" sz="2400" dirty="0">
              <a:solidFill>
                <a:schemeClr val="bg2">
                  <a:lumMod val="10000"/>
                </a:schemeClr>
              </a:solidFill>
              <a:latin typeface="Arial" panose="020B0604020202020204" pitchFamily="34" charset="0"/>
              <a:cs typeface="Arial" panose="020B0604020202020204" pitchFamily="34" charset="0"/>
            </a:endParaRPr>
          </a:p>
          <a:p>
            <a:pPr lvl="1" indent="-457200">
              <a:spcBef>
                <a:spcPts val="0"/>
              </a:spcBef>
              <a:spcAft>
                <a:spcPts val="1200"/>
              </a:spcAft>
              <a:buFont typeface="Arial" panose="020B0604020202020204" pitchFamily="34" charset="0"/>
              <a:buChar char="•"/>
            </a:pPr>
            <a:r>
              <a:rPr lang="fr-FR" sz="2400" dirty="0">
                <a:solidFill>
                  <a:schemeClr val="bg2">
                    <a:lumMod val="10000"/>
                  </a:schemeClr>
                </a:solidFill>
                <a:latin typeface="Arial" panose="020B0604020202020204" pitchFamily="34" charset="0"/>
                <a:cs typeface="Arial" panose="020B0604020202020204" pitchFamily="34" charset="0"/>
                <a:hlinkClick r:id="rId4"/>
              </a:rPr>
              <a:t>https://dspyt.com/panel-data-econometrics-an-introduction-with-an-example-in-python/</a:t>
            </a:r>
            <a:endParaRPr lang="fr-FR" sz="2400" dirty="0">
              <a:solidFill>
                <a:schemeClr val="bg2">
                  <a:lumMod val="10000"/>
                </a:schemeClr>
              </a:solidFill>
              <a:latin typeface="Arial" panose="020B0604020202020204" pitchFamily="34" charset="0"/>
              <a:cs typeface="Arial" panose="020B0604020202020204" pitchFamily="34" charset="0"/>
            </a:endParaRPr>
          </a:p>
          <a:p>
            <a:pPr lvl="1" indent="-457200">
              <a:spcBef>
                <a:spcPts val="0"/>
              </a:spcBef>
              <a:spcAft>
                <a:spcPts val="1200"/>
              </a:spcAft>
              <a:buFont typeface="Arial" panose="020B0604020202020204" pitchFamily="34" charset="0"/>
              <a:buChar char="•"/>
            </a:pPr>
            <a:r>
              <a:rPr lang="fr-FR" sz="2400" dirty="0">
                <a:solidFill>
                  <a:schemeClr val="bg2">
                    <a:lumMod val="10000"/>
                  </a:schemeClr>
                </a:solidFill>
                <a:latin typeface="Arial" panose="020B0604020202020204" pitchFamily="34" charset="0"/>
                <a:cs typeface="Arial" panose="020B0604020202020204" pitchFamily="34" charset="0"/>
                <a:hlinkClick r:id="rId5"/>
              </a:rPr>
              <a:t>https://bashtage.github.io/linearmodels/panel/examples/examples.html</a:t>
            </a:r>
            <a:endParaRPr lang="ru-RU" sz="2400" dirty="0">
              <a:solidFill>
                <a:schemeClr val="bg2">
                  <a:lumMod val="10000"/>
                </a:schemeClr>
              </a:solidFill>
              <a:latin typeface="Arial" panose="020B0604020202020204" pitchFamily="34" charset="0"/>
              <a:cs typeface="Arial" panose="020B0604020202020204" pitchFamily="34" charset="0"/>
            </a:endParaRPr>
          </a:p>
          <a:p>
            <a:pPr>
              <a:spcBef>
                <a:spcPts val="0"/>
              </a:spcBef>
            </a:pPr>
            <a:endParaRPr lang="fr-FR" sz="2800" dirty="0">
              <a:solidFill>
                <a:schemeClr val="bg2">
                  <a:lumMod val="10000"/>
                </a:schemeClr>
              </a:solidFill>
            </a:endParaRPr>
          </a:p>
        </p:txBody>
      </p:sp>
      <p:sp>
        <p:nvSpPr>
          <p:cNvPr id="6" name="Текст 5"/>
          <p:cNvSpPr>
            <a:spLocks noGrp="1"/>
          </p:cNvSpPr>
          <p:nvPr>
            <p:ph type="body" sz="quarter" idx="15"/>
          </p:nvPr>
        </p:nvSpPr>
        <p:spPr/>
        <p:txBody>
          <a:bodyPr vert="horz" lIns="0" tIns="0" rIns="0" bIns="0" rtlCol="0">
            <a:noAutofit/>
          </a:bodyPr>
          <a:lstStyle/>
          <a:p>
            <a:r>
              <a:rPr lang="fr-FR" sz="1200" dirty="0">
                <a:solidFill>
                  <a:schemeClr val="tx1"/>
                </a:solidFill>
                <a:latin typeface="Arial" panose="020B0604020202020204" pitchFamily="34" charset="0"/>
                <a:cs typeface="Arial" panose="020B0604020202020204" pitchFamily="34" charset="0"/>
              </a:rPr>
              <a:t>Panel Data Analysis</a:t>
            </a:r>
            <a:endParaRPr lang="ru-RU" sz="12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1782422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CD95C0D-D7DC-EF40-9E45-F5F0A4817CD2}"/>
              </a:ext>
            </a:extLst>
          </p:cNvPr>
          <p:cNvSpPr>
            <a:spLocks noGrp="1"/>
          </p:cNvSpPr>
          <p:nvPr>
            <p:ph type="title"/>
          </p:nvPr>
        </p:nvSpPr>
        <p:spPr>
          <a:xfrm>
            <a:off x="826718" y="3188442"/>
            <a:ext cx="10534389" cy="1978323"/>
          </a:xfrm>
        </p:spPr>
        <p:txBody>
          <a:bodyPr>
            <a:normAutofit/>
          </a:bodyPr>
          <a:lstStyle/>
          <a:p>
            <a:pPr algn="ctr"/>
            <a:r>
              <a:rPr lang="en-US" b="1" dirty="0">
                <a:latin typeface="Arial" panose="020B0604020202020204" pitchFamily="34" charset="0"/>
                <a:cs typeface="Arial" panose="020B0604020202020204" pitchFamily="34" charset="0"/>
              </a:rPr>
              <a:t>Thank you for your attention!</a:t>
            </a:r>
            <a:endParaRPr lang="ru-RU" b="1" dirty="0">
              <a:latin typeface="Arial" panose="020B0604020202020204" pitchFamily="34" charset="0"/>
              <a:cs typeface="Arial" panose="020B0604020202020204" pitchFamily="34" charset="0"/>
            </a:endParaRPr>
          </a:p>
        </p:txBody>
      </p:sp>
      <p:sp>
        <p:nvSpPr>
          <p:cNvPr id="3" name="Текст 2">
            <a:extLst>
              <a:ext uri="{FF2B5EF4-FFF2-40B4-BE49-F238E27FC236}">
                <a16:creationId xmlns:a16="http://schemas.microsoft.com/office/drawing/2014/main" id="{2B85EA7E-BEC4-B745-B2A8-D4E4AFC614FC}"/>
              </a:ext>
            </a:extLst>
          </p:cNvPr>
          <p:cNvSpPr>
            <a:spLocks noGrp="1"/>
          </p:cNvSpPr>
          <p:nvPr>
            <p:ph type="body" sz="quarter" idx="10"/>
          </p:nvPr>
        </p:nvSpPr>
        <p:spPr>
          <a:xfrm>
            <a:off x="2074947" y="1187841"/>
            <a:ext cx="3935236" cy="435163"/>
          </a:xfrm>
        </p:spPr>
        <p:txBody>
          <a:bodyPr/>
          <a:lstStyle/>
          <a:p>
            <a:pPr algn="ctr"/>
            <a:r>
              <a:rPr lang="en-US" sz="2000" dirty="0">
                <a:latin typeface="Arial" panose="020B0604020202020204" pitchFamily="34" charset="0"/>
                <a:cs typeface="Arial" panose="020B0604020202020204" pitchFamily="34" charset="0"/>
              </a:rPr>
              <a:t>Faculty of Computer Science</a:t>
            </a:r>
            <a:endParaRPr lang="ru-RU" sz="2000" dirty="0">
              <a:latin typeface="Arial" panose="020B0604020202020204" pitchFamily="34" charset="0"/>
              <a:cs typeface="Arial" panose="020B0604020202020204" pitchFamily="34" charset="0"/>
            </a:endParaRPr>
          </a:p>
        </p:txBody>
      </p:sp>
      <p:sp>
        <p:nvSpPr>
          <p:cNvPr id="8" name="Текст 2">
            <a:extLst>
              <a:ext uri="{FF2B5EF4-FFF2-40B4-BE49-F238E27FC236}">
                <a16:creationId xmlns:a16="http://schemas.microsoft.com/office/drawing/2014/main" id="{2B85EA7E-BEC4-B745-B2A8-D4E4AFC614FC}"/>
              </a:ext>
            </a:extLst>
          </p:cNvPr>
          <p:cNvSpPr txBox="1">
            <a:spLocks/>
          </p:cNvSpPr>
          <p:nvPr/>
        </p:nvSpPr>
        <p:spPr>
          <a:xfrm>
            <a:off x="6204857" y="1193280"/>
            <a:ext cx="2301420" cy="435163"/>
          </a:xfrm>
          <a:prstGeom prst="rect">
            <a:avLst/>
          </a:prstGeom>
        </p:spPr>
        <p:txBody>
          <a:bodyPr vert="horz" lIns="0" tIns="0" rIns="0" bIns="0" rtlCol="0" anchor="t">
            <a:noAutofit/>
          </a:bodyPr>
          <a:lstStyle>
            <a:lvl1pPr marL="0" indent="0" algn="l" defTabSz="914400" rtl="0" eaLnBrk="1" latinLnBrk="0" hangingPunct="1">
              <a:lnSpc>
                <a:spcPct val="100000"/>
              </a:lnSpc>
              <a:spcBef>
                <a:spcPts val="0"/>
              </a:spcBef>
              <a:buFont typeface="Arial" panose="020B0604020202020204" pitchFamily="34" charset="0"/>
              <a:buNone/>
              <a:defRPr sz="1600" b="0" i="0" kern="1200">
                <a:solidFill>
                  <a:schemeClr val="tx1"/>
                </a:solidFill>
                <a:latin typeface="HSE Sans" panose="02000000000000000000" pitchFamily="2" charset="0"/>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HSE Sans" panose="02000000000000000000" pitchFamily="2" charset="0"/>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HSE Sans" panose="02000000000000000000" pitchFamily="2" charset="0"/>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HSE Sans" panose="02000000000000000000" pitchFamily="2" charset="0"/>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HSE Sans" panose="020000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2000" dirty="0">
                <a:latin typeface="Arial" panose="020B0604020202020204" pitchFamily="34" charset="0"/>
                <a:cs typeface="Arial" panose="020B0604020202020204" pitchFamily="34" charset="0"/>
              </a:rPr>
              <a:t>Data Analysis</a:t>
            </a:r>
            <a:endParaRPr lang="ru-RU" sz="2000" dirty="0">
              <a:latin typeface="Arial" panose="020B0604020202020204" pitchFamily="34" charset="0"/>
              <a:cs typeface="Arial" panose="020B0604020202020204" pitchFamily="34" charset="0"/>
            </a:endParaRPr>
          </a:p>
        </p:txBody>
      </p:sp>
      <p:sp>
        <p:nvSpPr>
          <p:cNvPr id="10" name="Текст 2">
            <a:extLst>
              <a:ext uri="{FF2B5EF4-FFF2-40B4-BE49-F238E27FC236}">
                <a16:creationId xmlns:a16="http://schemas.microsoft.com/office/drawing/2014/main" id="{2B85EA7E-BEC4-B745-B2A8-D4E4AFC614FC}"/>
              </a:ext>
            </a:extLst>
          </p:cNvPr>
          <p:cNvSpPr txBox="1">
            <a:spLocks/>
          </p:cNvSpPr>
          <p:nvPr/>
        </p:nvSpPr>
        <p:spPr>
          <a:xfrm>
            <a:off x="9107120" y="1198719"/>
            <a:ext cx="1773150" cy="435163"/>
          </a:xfrm>
          <a:prstGeom prst="rect">
            <a:avLst/>
          </a:prstGeom>
        </p:spPr>
        <p:txBody>
          <a:bodyPr vert="horz" lIns="0" tIns="0" rIns="0" bIns="0" rtlCol="0" anchor="t">
            <a:noAutofit/>
          </a:bodyPr>
          <a:lstStyle>
            <a:lvl1pPr marL="0" indent="0" algn="l" defTabSz="914400" rtl="0" eaLnBrk="1" latinLnBrk="0" hangingPunct="1">
              <a:lnSpc>
                <a:spcPct val="100000"/>
              </a:lnSpc>
              <a:spcBef>
                <a:spcPts val="0"/>
              </a:spcBef>
              <a:buFont typeface="Arial" panose="020B0604020202020204" pitchFamily="34" charset="0"/>
              <a:buNone/>
              <a:defRPr sz="1600" b="0" i="0" kern="1200">
                <a:solidFill>
                  <a:schemeClr val="tx1"/>
                </a:solidFill>
                <a:latin typeface="HSE Sans" panose="02000000000000000000" pitchFamily="2" charset="0"/>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HSE Sans" panose="02000000000000000000" pitchFamily="2" charset="0"/>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HSE Sans" panose="02000000000000000000" pitchFamily="2" charset="0"/>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HSE Sans" panose="02000000000000000000" pitchFamily="2" charset="0"/>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HSE Sans" panose="020000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2000" dirty="0">
                <a:latin typeface="Arial" panose="020B0604020202020204" pitchFamily="34" charset="0"/>
                <a:cs typeface="Arial" panose="020B0604020202020204" pitchFamily="34" charset="0"/>
              </a:rPr>
              <a:t>Moscow</a:t>
            </a:r>
            <a:r>
              <a:rPr lang="ru-RU" sz="2000" dirty="0">
                <a:latin typeface="Arial" panose="020B0604020202020204" pitchFamily="34" charset="0"/>
                <a:cs typeface="Arial" panose="020B0604020202020204" pitchFamily="34" charset="0"/>
              </a:rPr>
              <a:t> 202</a:t>
            </a:r>
            <a:r>
              <a:rPr lang="en-US" sz="2000" dirty="0">
                <a:latin typeface="Arial" panose="020B0604020202020204" pitchFamily="34" charset="0"/>
                <a:cs typeface="Arial" panose="020B0604020202020204" pitchFamily="34" charset="0"/>
              </a:rPr>
              <a:t>5</a:t>
            </a:r>
            <a:endParaRPr lang="ru-RU"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76876938"/>
      </p:ext>
    </p:extLst>
  </p:cSld>
  <p:clrMapOvr>
    <a:masterClrMapping/>
  </p:clrMapOvr>
</p:sld>
</file>

<file path=ppt/theme/theme1.xml><?xml version="1.0" encoding="utf-8"?>
<a:theme xmlns:a="http://schemas.openxmlformats.org/drawingml/2006/main" name="Office Theme">
  <a:themeElements>
    <a:clrScheme name="Пользовательские 1">
      <a:dk1>
        <a:srgbClr val="0F2C68"/>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lgn="l">
          <a:defRPr sz="1000" dirty="0">
            <a:latin typeface="HSE Sans" panose="02000000000000000000" pitchFamily="2"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Документ" ma:contentTypeID="0x0101002A9C74E6E830D74E9B0FDDB4017A5417" ma:contentTypeVersion="13" ma:contentTypeDescription="Создание документа." ma:contentTypeScope="" ma:versionID="d4e423622451d608a8a05f4da7a1e1a2">
  <xsd:schema xmlns:xsd="http://www.w3.org/2001/XMLSchema" xmlns:xs="http://www.w3.org/2001/XMLSchema" xmlns:p="http://schemas.microsoft.com/office/2006/metadata/properties" xmlns:ns2="9875bd71-cde8-496c-a136-433f55d5e6d0" xmlns:ns3="e96afe77-3acb-4328-97fc-408e1bde3ecd" targetNamespace="http://schemas.microsoft.com/office/2006/metadata/properties" ma:root="true" ma:fieldsID="4831203c63c08b9f52ea6d3ee0d7a96e" ns2:_="" ns3:_="">
    <xsd:import namespace="9875bd71-cde8-496c-a136-433f55d5e6d0"/>
    <xsd:import namespace="e96afe77-3acb-4328-97fc-408e1bde3ecd"/>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GenerationTime" minOccurs="0"/>
                <xsd:element ref="ns2:MediaServiceEventHashCode" minOccurs="0"/>
                <xsd:element ref="ns2:MediaServiceOCR" minOccurs="0"/>
                <xsd:element ref="ns2:MediaServiceDateTaken" minOccurs="0"/>
                <xsd:element ref="ns2:MediaServiceLocation" minOccurs="0"/>
                <xsd:element ref="ns2:MediaServiceAutoKeyPoints" minOccurs="0"/>
                <xsd:element ref="ns2:MediaServiceKeyPoints" minOccurs="0"/>
                <xsd:element ref="ns3:SharedWithUsers" minOccurs="0"/>
                <xsd:element ref="ns3:SharedWithDetail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875bd71-cde8-496c-a136-433f55d5e6d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e96afe77-3acb-4328-97fc-408e1bde3ecd" elementFormDefault="qualified">
    <xsd:import namespace="http://schemas.microsoft.com/office/2006/documentManagement/types"/>
    <xsd:import namespace="http://schemas.microsoft.com/office/infopath/2007/PartnerControls"/>
    <xsd:element name="SharedWithUsers" ma:index="18" nillable="true" ma:displayName="Общий доступ с использованием"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Совместно с подробностями"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Тип контента"/>
        <xsd:element ref="dc:title" minOccurs="0" maxOccurs="1" ma:index="4" ma:displayName="Название"/>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33DAF31-D8A6-49A0-9A5D-8B2EA5B1C511}">
  <ds:schemaRefs>
    <ds:schemaRef ds:uri="http://purl.org/dc/elements/1.1/"/>
    <ds:schemaRef ds:uri="http://schemas.microsoft.com/office/2006/documentManagement/types"/>
    <ds:schemaRef ds:uri="http://schemas.microsoft.com/office/infopath/2007/PartnerControls"/>
    <ds:schemaRef ds:uri="http://purl.org/dc/dcmitype/"/>
    <ds:schemaRef ds:uri="e96afe77-3acb-4328-97fc-408e1bde3ecd"/>
    <ds:schemaRef ds:uri="http://schemas.microsoft.com/office/2006/metadata/properties"/>
    <ds:schemaRef ds:uri="http://purl.org/dc/terms/"/>
    <ds:schemaRef ds:uri="http://www.w3.org/XML/1998/namespace"/>
    <ds:schemaRef ds:uri="http://schemas.openxmlformats.org/package/2006/metadata/core-properties"/>
    <ds:schemaRef ds:uri="9875bd71-cde8-496c-a136-433f55d5e6d0"/>
  </ds:schemaRefs>
</ds:datastoreItem>
</file>

<file path=customXml/itemProps2.xml><?xml version="1.0" encoding="utf-8"?>
<ds:datastoreItem xmlns:ds="http://schemas.openxmlformats.org/officeDocument/2006/customXml" ds:itemID="{4D4651DD-DCCC-4759-B2F6-7F520BDCC2B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875bd71-cde8-496c-a136-433f55d5e6d0"/>
    <ds:schemaRef ds:uri="e96afe77-3acb-4328-97fc-408e1bde3ec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34386AA-1848-4C75-B336-1053927CB02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9242</TotalTime>
  <Words>2030</Words>
  <Application>Microsoft Macintosh PowerPoint</Application>
  <PresentationFormat>Широкоэкранный</PresentationFormat>
  <Paragraphs>192</Paragraphs>
  <Slides>29</Slides>
  <Notes>0</Notes>
  <HiddenSlides>0</HiddenSlides>
  <MMClips>0</MMClips>
  <ScaleCrop>false</ScaleCrop>
  <HeadingPairs>
    <vt:vector size="6" baseType="variant">
      <vt:variant>
        <vt:lpstr>Использованные шрифты</vt:lpstr>
      </vt:variant>
      <vt:variant>
        <vt:i4>4</vt:i4>
      </vt:variant>
      <vt:variant>
        <vt:lpstr>Тема</vt:lpstr>
      </vt:variant>
      <vt:variant>
        <vt:i4>1</vt:i4>
      </vt:variant>
      <vt:variant>
        <vt:lpstr>Заголовки слайдов</vt:lpstr>
      </vt:variant>
      <vt:variant>
        <vt:i4>29</vt:i4>
      </vt:variant>
    </vt:vector>
  </HeadingPairs>
  <TitlesOfParts>
    <vt:vector size="34" baseType="lpstr">
      <vt:lpstr>Arial</vt:lpstr>
      <vt:lpstr>Calibri</vt:lpstr>
      <vt:lpstr>Calibri Light</vt:lpstr>
      <vt:lpstr>HSE Sans</vt:lpstr>
      <vt:lpstr>Office Theme</vt:lpstr>
      <vt:lpstr>Lecture 9 Panel Data Analysis</vt:lpstr>
      <vt:lpstr>Panel Data</vt:lpstr>
      <vt:lpstr>Example of panel data</vt:lpstr>
      <vt:lpstr>Example of panel data</vt:lpstr>
      <vt:lpstr>Panel Data Advantages</vt:lpstr>
      <vt:lpstr>Panel Data Advantages</vt:lpstr>
      <vt:lpstr>Balanced Panels</vt:lpstr>
      <vt:lpstr>Types of regressors</vt:lpstr>
      <vt:lpstr>Example</vt:lpstr>
      <vt:lpstr>Example</vt:lpstr>
      <vt:lpstr>Example</vt:lpstr>
      <vt:lpstr>Example </vt:lpstr>
      <vt:lpstr>Example </vt:lpstr>
      <vt:lpstr>Example</vt:lpstr>
      <vt:lpstr>Example</vt:lpstr>
      <vt:lpstr>Panel data models</vt:lpstr>
      <vt:lpstr>Pooled model</vt:lpstr>
      <vt:lpstr>Fixed-Effects (FE) Model</vt:lpstr>
      <vt:lpstr>Random-Effects (RE) Model</vt:lpstr>
      <vt:lpstr>Least Squares Dummy Variables model</vt:lpstr>
      <vt:lpstr>Least Squares Dummy Variables model</vt:lpstr>
      <vt:lpstr>Least Squares Dummy Variables Model</vt:lpstr>
      <vt:lpstr>Within group fixed effects</vt:lpstr>
      <vt:lpstr>Which model to select?</vt:lpstr>
      <vt:lpstr>Model with random effects</vt:lpstr>
      <vt:lpstr>Choice between a model with random and fixed effects</vt:lpstr>
      <vt:lpstr>Select a model</vt:lpstr>
      <vt:lpstr>Useful links</vt:lpstr>
      <vt:lpstr>Thank you for your attention!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Кутьков Юрий Юрьевич</dc:creator>
  <cp:lastModifiedBy>Меликян Алиса Валерьевна</cp:lastModifiedBy>
  <cp:revision>456</cp:revision>
  <cp:lastPrinted>2021-11-11T13:08:42Z</cp:lastPrinted>
  <dcterms:created xsi:type="dcterms:W3CDTF">2021-11-11T08:52:47Z</dcterms:created>
  <dcterms:modified xsi:type="dcterms:W3CDTF">2025-11-03T17:13:46Z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0x0101002A9C74E6E830D74E9B0FDDB4017A5417</vt:lpwstr>
  </property>
</Properties>
</file>